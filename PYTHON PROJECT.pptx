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ABA37A-893B-43E7-895A-FC298DC54AA3}" v="16" dt="2025-04-16T17:32:51.156"/>
    <p1510:client id="{B7A97FBA-0990-274D-4C1D-213FC002D353}" v="18" dt="2025-04-17T02:51:56.830"/>
    <p1510:client id="{CB5ED2A2-4FF1-9ED7-290E-F1A710D0CAAB}" v="30" dt="2025-04-16T17:39:30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wara rao gedala" userId="dcd3d0be07f79a0a" providerId="LiveId" clId="{59ABA37A-893B-43E7-895A-FC298DC54AA3}"/>
    <pc:docChg chg="modSld sldOrd">
      <pc:chgData name="venkateshwara rao gedala" userId="dcd3d0be07f79a0a" providerId="LiveId" clId="{59ABA37A-893B-43E7-895A-FC298DC54AA3}" dt="2025-04-17T03:50:45.992" v="33" actId="20577"/>
      <pc:docMkLst>
        <pc:docMk/>
      </pc:docMkLst>
      <pc:sldChg chg="modSp mod ord">
        <pc:chgData name="venkateshwara rao gedala" userId="dcd3d0be07f79a0a" providerId="LiveId" clId="{59ABA37A-893B-43E7-895A-FC298DC54AA3}" dt="2025-04-17T03:49:55.875" v="17"/>
        <pc:sldMkLst>
          <pc:docMk/>
          <pc:sldMk cId="388531858" sldId="258"/>
        </pc:sldMkLst>
        <pc:spChg chg="mod">
          <ac:chgData name="venkateshwara rao gedala" userId="dcd3d0be07f79a0a" providerId="LiveId" clId="{59ABA37A-893B-43E7-895A-FC298DC54AA3}" dt="2025-04-16T17:32:40.102" v="14" actId="12"/>
          <ac:spMkLst>
            <pc:docMk/>
            <pc:sldMk cId="388531858" sldId="258"/>
            <ac:spMk id="3" creationId="{770F48D8-A387-333B-4B4D-A6787B04B3FF}"/>
          </ac:spMkLst>
        </pc:spChg>
      </pc:sldChg>
      <pc:sldChg chg="modSp mod">
        <pc:chgData name="venkateshwara rao gedala" userId="dcd3d0be07f79a0a" providerId="LiveId" clId="{59ABA37A-893B-43E7-895A-FC298DC54AA3}" dt="2025-04-17T03:50:45.992" v="33" actId="20577"/>
        <pc:sldMkLst>
          <pc:docMk/>
          <pc:sldMk cId="942695864" sldId="259"/>
        </pc:sldMkLst>
        <pc:spChg chg="mod">
          <ac:chgData name="venkateshwara rao gedala" userId="dcd3d0be07f79a0a" providerId="LiveId" clId="{59ABA37A-893B-43E7-895A-FC298DC54AA3}" dt="2025-04-17T03:50:45.992" v="33" actId="20577"/>
          <ac:spMkLst>
            <pc:docMk/>
            <pc:sldMk cId="942695864" sldId="259"/>
            <ac:spMk id="3" creationId="{5BA721E6-6D71-C63B-B697-1D14BC555B0B}"/>
          </ac:spMkLst>
        </pc:spChg>
      </pc:sldChg>
      <pc:sldChg chg="modSp mod">
        <pc:chgData name="venkateshwara rao gedala" userId="dcd3d0be07f79a0a" providerId="LiveId" clId="{59ABA37A-893B-43E7-895A-FC298DC54AA3}" dt="2025-04-16T17:32:03.681" v="9" actId="12"/>
        <pc:sldMkLst>
          <pc:docMk/>
          <pc:sldMk cId="1467791551" sldId="261"/>
        </pc:sldMkLst>
        <pc:spChg chg="mod">
          <ac:chgData name="venkateshwara rao gedala" userId="dcd3d0be07f79a0a" providerId="LiveId" clId="{59ABA37A-893B-43E7-895A-FC298DC54AA3}" dt="2025-04-16T17:32:03.681" v="9" actId="12"/>
          <ac:spMkLst>
            <pc:docMk/>
            <pc:sldMk cId="1467791551" sldId="261"/>
            <ac:spMk id="3" creationId="{713679D6-AFEB-AD1E-14DB-4A4C39C45413}"/>
          </ac:spMkLst>
        </pc:spChg>
      </pc:sldChg>
      <pc:sldChg chg="addSp modSp mod">
        <pc:chgData name="venkateshwara rao gedala" userId="dcd3d0be07f79a0a" providerId="LiveId" clId="{59ABA37A-893B-43E7-895A-FC298DC54AA3}" dt="2025-04-16T17:31:38.048" v="8" actId="12"/>
        <pc:sldMkLst>
          <pc:docMk/>
          <pc:sldMk cId="1254405869" sldId="262"/>
        </pc:sldMkLst>
        <pc:spChg chg="mod">
          <ac:chgData name="venkateshwara rao gedala" userId="dcd3d0be07f79a0a" providerId="LiveId" clId="{59ABA37A-893B-43E7-895A-FC298DC54AA3}" dt="2025-04-16T17:31:38.048" v="8" actId="12"/>
          <ac:spMkLst>
            <pc:docMk/>
            <pc:sldMk cId="1254405869" sldId="262"/>
            <ac:spMk id="3" creationId="{01E162B4-B3F4-0723-291A-9CAA86377E3D}"/>
          </ac:spMkLst>
        </pc:spChg>
        <pc:picChg chg="add mod">
          <ac:chgData name="venkateshwara rao gedala" userId="dcd3d0be07f79a0a" providerId="LiveId" clId="{59ABA37A-893B-43E7-895A-FC298DC54AA3}" dt="2025-04-16T17:30:22.430" v="3" actId="1076"/>
          <ac:picMkLst>
            <pc:docMk/>
            <pc:sldMk cId="1254405869" sldId="262"/>
            <ac:picMk id="6" creationId="{2EF845F3-BBFC-DB69-A4BD-0763CFA1B93B}"/>
          </ac:picMkLst>
        </pc:picChg>
      </pc:sldChg>
      <pc:sldChg chg="modSp mod">
        <pc:chgData name="venkateshwara rao gedala" userId="dcd3d0be07f79a0a" providerId="LiveId" clId="{59ABA37A-893B-43E7-895A-FC298DC54AA3}" dt="2025-04-16T17:32:13.948" v="10" actId="12"/>
        <pc:sldMkLst>
          <pc:docMk/>
          <pc:sldMk cId="979320623" sldId="263"/>
        </pc:sldMkLst>
        <pc:spChg chg="mod">
          <ac:chgData name="venkateshwara rao gedala" userId="dcd3d0be07f79a0a" providerId="LiveId" clId="{59ABA37A-893B-43E7-895A-FC298DC54AA3}" dt="2025-04-16T17:32:13.948" v="10" actId="12"/>
          <ac:spMkLst>
            <pc:docMk/>
            <pc:sldMk cId="979320623" sldId="263"/>
            <ac:spMk id="3" creationId="{8DD91ED6-BD6F-C9BA-9AAB-598262309514}"/>
          </ac:spMkLst>
        </pc:spChg>
      </pc:sldChg>
      <pc:sldChg chg="modSp mod">
        <pc:chgData name="venkateshwara rao gedala" userId="dcd3d0be07f79a0a" providerId="LiveId" clId="{59ABA37A-893B-43E7-895A-FC298DC54AA3}" dt="2025-04-16T17:32:20.642" v="11" actId="12"/>
        <pc:sldMkLst>
          <pc:docMk/>
          <pc:sldMk cId="2187147773" sldId="264"/>
        </pc:sldMkLst>
        <pc:spChg chg="mod">
          <ac:chgData name="venkateshwara rao gedala" userId="dcd3d0be07f79a0a" providerId="LiveId" clId="{59ABA37A-893B-43E7-895A-FC298DC54AA3}" dt="2025-04-16T17:32:20.642" v="11" actId="12"/>
          <ac:spMkLst>
            <pc:docMk/>
            <pc:sldMk cId="2187147773" sldId="264"/>
            <ac:spMk id="3" creationId="{85884834-3680-7A97-0ADC-2011849F9A9A}"/>
          </ac:spMkLst>
        </pc:spChg>
      </pc:sldChg>
    </pc:docChg>
  </pc:docChgLst>
  <pc:docChgLst>
    <pc:chgData name="Guest User" providerId="Windows Live" clId="Web-{CB5ED2A2-4FF1-9ED7-290E-F1A710D0CAAB}"/>
    <pc:docChg chg="modSld">
      <pc:chgData name="Guest User" userId="" providerId="Windows Live" clId="Web-{CB5ED2A2-4FF1-9ED7-290E-F1A710D0CAAB}" dt="2025-04-16T17:39:30.392" v="69" actId="1076"/>
      <pc:docMkLst>
        <pc:docMk/>
      </pc:docMkLst>
      <pc:sldChg chg="addSp delSp modSp mod setBg">
        <pc:chgData name="Guest User" userId="" providerId="Windows Live" clId="Web-{CB5ED2A2-4FF1-9ED7-290E-F1A710D0CAAB}" dt="2025-04-16T17:34:58.816" v="29" actId="1076"/>
        <pc:sldMkLst>
          <pc:docMk/>
          <pc:sldMk cId="78266283" sldId="257"/>
        </pc:sldMkLst>
        <pc:spChg chg="mod">
          <ac:chgData name="Guest User" userId="" providerId="Windows Live" clId="Web-{CB5ED2A2-4FF1-9ED7-290E-F1A710D0CAAB}" dt="2025-04-16T17:34:39.483" v="28"/>
          <ac:spMkLst>
            <pc:docMk/>
            <pc:sldMk cId="78266283" sldId="257"/>
            <ac:spMk id="2" creationId="{030BE7DA-9C78-F2D7-F000-A1D9B8259A2F}"/>
          </ac:spMkLst>
        </pc:spChg>
        <pc:spChg chg="add del">
          <ac:chgData name="Guest User" userId="" providerId="Windows Live" clId="Web-{CB5ED2A2-4FF1-9ED7-290E-F1A710D0CAAB}" dt="2025-04-16T17:34:39.483" v="28"/>
          <ac:spMkLst>
            <pc:docMk/>
            <pc:sldMk cId="78266283" sldId="257"/>
            <ac:spMk id="3" creationId="{E87C3EFE-23A0-BEFA-E001-7C690FB5FF67}"/>
          </ac:spMkLst>
        </pc:spChg>
        <pc:spChg chg="add">
          <ac:chgData name="Guest User" userId="" providerId="Windows Live" clId="Web-{CB5ED2A2-4FF1-9ED7-290E-F1A710D0CAAB}" dt="2025-04-16T17:34:39.483" v="28"/>
          <ac:spMkLst>
            <pc:docMk/>
            <pc:sldMk cId="78266283" sldId="257"/>
            <ac:spMk id="11" creationId="{7B42427A-0A1F-4A55-8705-D9179F1E0CFB}"/>
          </ac:spMkLst>
        </pc:spChg>
        <pc:spChg chg="add">
          <ac:chgData name="Guest User" userId="" providerId="Windows Live" clId="Web-{CB5ED2A2-4FF1-9ED7-290E-F1A710D0CAAB}" dt="2025-04-16T17:34:39.483" v="28"/>
          <ac:spMkLst>
            <pc:docMk/>
            <pc:sldMk cId="78266283" sldId="257"/>
            <ac:spMk id="12" creationId="{1BB56EB9-078F-4952-AC1F-149C7A0AE4D5}"/>
          </ac:spMkLst>
        </pc:spChg>
        <pc:spChg chg="add mod">
          <ac:chgData name="Guest User" userId="" providerId="Windows Live" clId="Web-{CB5ED2A2-4FF1-9ED7-290E-F1A710D0CAAB}" dt="2025-04-16T17:34:58.816" v="29" actId="1076"/>
          <ac:spMkLst>
            <pc:docMk/>
            <pc:sldMk cId="78266283" sldId="257"/>
            <ac:spMk id="14" creationId="{E87C3EFE-23A0-BEFA-E001-7C690FB5FF67}"/>
          </ac:spMkLst>
        </pc:spChg>
        <pc:graphicFrameChg chg="add del">
          <ac:chgData name="Guest User" userId="" providerId="Windows Live" clId="Web-{CB5ED2A2-4FF1-9ED7-290E-F1A710D0CAAB}" dt="2025-04-16T17:34:21.591" v="23"/>
          <ac:graphicFrameMkLst>
            <pc:docMk/>
            <pc:sldMk cId="78266283" sldId="257"/>
            <ac:graphicFrameMk id="5" creationId="{50499C97-6FB6-D7F4-2C86-CB6864BAEFFD}"/>
          </ac:graphicFrameMkLst>
        </pc:graphicFrameChg>
        <pc:graphicFrameChg chg="add del">
          <ac:chgData name="Guest User" userId="" providerId="Windows Live" clId="Web-{CB5ED2A2-4FF1-9ED7-290E-F1A710D0CAAB}" dt="2025-04-16T17:34:26.653" v="25"/>
          <ac:graphicFrameMkLst>
            <pc:docMk/>
            <pc:sldMk cId="78266283" sldId="257"/>
            <ac:graphicFrameMk id="7" creationId="{99506EFB-4106-C6D0-ACBC-229573E80643}"/>
          </ac:graphicFrameMkLst>
        </pc:graphicFrameChg>
        <pc:graphicFrameChg chg="add del">
          <ac:chgData name="Guest User" userId="" providerId="Windows Live" clId="Web-{CB5ED2A2-4FF1-9ED7-290E-F1A710D0CAAB}" dt="2025-04-16T17:34:39.452" v="27"/>
          <ac:graphicFrameMkLst>
            <pc:docMk/>
            <pc:sldMk cId="78266283" sldId="257"/>
            <ac:graphicFrameMk id="9" creationId="{AF7E5466-26CC-DB55-B9DC-10EB744A0F3E}"/>
          </ac:graphicFrameMkLst>
        </pc:graphicFrameChg>
        <pc:picChg chg="add">
          <ac:chgData name="Guest User" userId="" providerId="Windows Live" clId="Web-{CB5ED2A2-4FF1-9ED7-290E-F1A710D0CAAB}" dt="2025-04-16T17:34:39.483" v="28"/>
          <ac:picMkLst>
            <pc:docMk/>
            <pc:sldMk cId="78266283" sldId="257"/>
            <ac:picMk id="13" creationId="{A0A4A7DF-84FE-3E5D-1AA0-6905051071E9}"/>
          </ac:picMkLst>
        </pc:picChg>
      </pc:sldChg>
      <pc:sldChg chg="addSp delSp modSp mod setBg setClrOvrMap">
        <pc:chgData name="Guest User" userId="" providerId="Windows Live" clId="Web-{CB5ED2A2-4FF1-9ED7-290E-F1A710D0CAAB}" dt="2025-04-16T17:39:30.392" v="69" actId="1076"/>
        <pc:sldMkLst>
          <pc:docMk/>
          <pc:sldMk cId="3992598571" sldId="260"/>
        </pc:sldMkLst>
        <pc:spChg chg="mod">
          <ac:chgData name="Guest User" userId="" providerId="Windows Live" clId="Web-{CB5ED2A2-4FF1-9ED7-290E-F1A710D0CAAB}" dt="2025-04-16T17:39:30.392" v="69" actId="1076"/>
          <ac:spMkLst>
            <pc:docMk/>
            <pc:sldMk cId="3992598571" sldId="260"/>
            <ac:spMk id="2" creationId="{44F1AF7E-2753-739D-2B26-D286EDA18B59}"/>
          </ac:spMkLst>
        </pc:spChg>
        <pc:spChg chg="del">
          <ac:chgData name="Guest User" userId="" providerId="Windows Live" clId="Web-{CB5ED2A2-4FF1-9ED7-290E-F1A710D0CAAB}" dt="2025-04-16T17:37:58.979" v="52"/>
          <ac:spMkLst>
            <pc:docMk/>
            <pc:sldMk cId="3992598571" sldId="260"/>
            <ac:spMk id="3" creationId="{A8804C9E-6D4A-A523-3E49-0FA16461276D}"/>
          </ac:spMkLst>
        </pc:spChg>
        <pc:spChg chg="add del">
          <ac:chgData name="Guest User" userId="" providerId="Windows Live" clId="Web-{CB5ED2A2-4FF1-9ED7-290E-F1A710D0CAAB}" dt="2025-04-16T17:38:47.421" v="62"/>
          <ac:spMkLst>
            <pc:docMk/>
            <pc:sldMk cId="3992598571" sldId="260"/>
            <ac:spMk id="9" creationId="{2928117C-9446-4E7F-AE62-95E0F6DB5B27}"/>
          </ac:spMkLst>
        </pc:spChg>
        <pc:spChg chg="add del">
          <ac:chgData name="Guest User" userId="" providerId="Windows Live" clId="Web-{CB5ED2A2-4FF1-9ED7-290E-F1A710D0CAAB}" dt="2025-04-16T17:38:47.421" v="62"/>
          <ac:spMkLst>
            <pc:docMk/>
            <pc:sldMk cId="3992598571" sldId="260"/>
            <ac:spMk id="11" creationId="{84D30AFB-4D71-48B0-AA00-28EE92363A5F}"/>
          </ac:spMkLst>
        </pc:spChg>
        <pc:spChg chg="add del">
          <ac:chgData name="Guest User" userId="" providerId="Windows Live" clId="Web-{CB5ED2A2-4FF1-9ED7-290E-F1A710D0CAAB}" dt="2025-04-16T17:38:47.421" v="62"/>
          <ac:spMkLst>
            <pc:docMk/>
            <pc:sldMk cId="3992598571" sldId="260"/>
            <ac:spMk id="13" creationId="{96A0B76F-8010-4C62-B4B6-C5FC438C059E}"/>
          </ac:spMkLst>
        </pc:spChg>
        <pc:spChg chg="add del">
          <ac:chgData name="Guest User" userId="" providerId="Windows Live" clId="Web-{CB5ED2A2-4FF1-9ED7-290E-F1A710D0CAAB}" dt="2025-04-16T17:38:47.421" v="62"/>
          <ac:spMkLst>
            <pc:docMk/>
            <pc:sldMk cId="3992598571" sldId="260"/>
            <ac:spMk id="15" creationId="{9FC936C0-4624-438D-BDD0-6B296BD6409D}"/>
          </ac:spMkLst>
        </pc:spChg>
        <pc:spChg chg="add">
          <ac:chgData name="Guest User" userId="" providerId="Windows Live" clId="Web-{CB5ED2A2-4FF1-9ED7-290E-F1A710D0CAAB}" dt="2025-04-16T17:37:58.979" v="52"/>
          <ac:spMkLst>
            <pc:docMk/>
            <pc:sldMk cId="3992598571" sldId="260"/>
            <ac:spMk id="17" creationId="{4B526CBF-0AA4-49A9-B305-EE0AF3AF6D3C}"/>
          </ac:spMkLst>
        </pc:spChg>
        <pc:spChg chg="add">
          <ac:chgData name="Guest User" userId="" providerId="Windows Live" clId="Web-{CB5ED2A2-4FF1-9ED7-290E-F1A710D0CAAB}" dt="2025-04-16T17:38:47.421" v="62"/>
          <ac:spMkLst>
            <pc:docMk/>
            <pc:sldMk cId="3992598571" sldId="260"/>
            <ac:spMk id="26" creationId="{2928117C-9446-4E7F-AE62-95E0F6DB5B27}"/>
          </ac:spMkLst>
        </pc:spChg>
        <pc:spChg chg="add">
          <ac:chgData name="Guest User" userId="" providerId="Windows Live" clId="Web-{CB5ED2A2-4FF1-9ED7-290E-F1A710D0CAAB}" dt="2025-04-16T17:38:47.421" v="62"/>
          <ac:spMkLst>
            <pc:docMk/>
            <pc:sldMk cId="3992598571" sldId="260"/>
            <ac:spMk id="28" creationId="{84D30AFB-4D71-48B0-AA00-28EE92363A5F}"/>
          </ac:spMkLst>
        </pc:spChg>
        <pc:spChg chg="add">
          <ac:chgData name="Guest User" userId="" providerId="Windows Live" clId="Web-{CB5ED2A2-4FF1-9ED7-290E-F1A710D0CAAB}" dt="2025-04-16T17:38:47.421" v="62"/>
          <ac:spMkLst>
            <pc:docMk/>
            <pc:sldMk cId="3992598571" sldId="260"/>
            <ac:spMk id="30" creationId="{96A0B76F-8010-4C62-B4B6-C5FC438C059E}"/>
          </ac:spMkLst>
        </pc:spChg>
        <pc:spChg chg="add">
          <ac:chgData name="Guest User" userId="" providerId="Windows Live" clId="Web-{CB5ED2A2-4FF1-9ED7-290E-F1A710D0CAAB}" dt="2025-04-16T17:38:47.421" v="62"/>
          <ac:spMkLst>
            <pc:docMk/>
            <pc:sldMk cId="3992598571" sldId="260"/>
            <ac:spMk id="32" creationId="{9FC936C0-4624-438D-BDD0-6B296BD6409D}"/>
          </ac:spMkLst>
        </pc:spChg>
        <pc:spChg chg="add">
          <ac:chgData name="Guest User" userId="" providerId="Windows Live" clId="Web-{CB5ED2A2-4FF1-9ED7-290E-F1A710D0CAAB}" dt="2025-04-16T17:38:47.421" v="62"/>
          <ac:spMkLst>
            <pc:docMk/>
            <pc:sldMk cId="3992598571" sldId="260"/>
            <ac:spMk id="34" creationId="{6B695AA2-4B70-477F-AF90-536B720A1343}"/>
          </ac:spMkLst>
        </pc:spChg>
        <pc:grpChg chg="add">
          <ac:chgData name="Guest User" userId="" providerId="Windows Live" clId="Web-{CB5ED2A2-4FF1-9ED7-290E-F1A710D0CAAB}" dt="2025-04-16T17:37:58.979" v="52"/>
          <ac:grpSpMkLst>
            <pc:docMk/>
            <pc:sldMk cId="3992598571" sldId="260"/>
            <ac:grpSpMk id="19" creationId="{CC8B5139-02E6-4DEA-9CCE-962CAF0AFBA0}"/>
          </ac:grpSpMkLst>
        </pc:grpChg>
        <pc:picChg chg="add">
          <ac:chgData name="Guest User" userId="" providerId="Windows Live" clId="Web-{CB5ED2A2-4FF1-9ED7-290E-F1A710D0CAAB}" dt="2025-04-16T17:37:58.979" v="52"/>
          <ac:picMkLst>
            <pc:docMk/>
            <pc:sldMk cId="3992598571" sldId="260"/>
            <ac:picMk id="5" creationId="{829F362D-400C-00E5-9F2D-9AC9A91C0200}"/>
          </ac:picMkLst>
        </pc:picChg>
      </pc:sldChg>
      <pc:sldChg chg="addSp delSp modSp">
        <pc:chgData name="Guest User" userId="" providerId="Windows Live" clId="Web-{CB5ED2A2-4FF1-9ED7-290E-F1A710D0CAAB}" dt="2025-04-16T17:36:17.053" v="47" actId="1076"/>
        <pc:sldMkLst>
          <pc:docMk/>
          <pc:sldMk cId="1467791551" sldId="261"/>
        </pc:sldMkLst>
        <pc:spChg chg="del">
          <ac:chgData name="Guest User" userId="" providerId="Windows Live" clId="Web-{CB5ED2A2-4FF1-9ED7-290E-F1A710D0CAAB}" dt="2025-04-16T17:35:19.301" v="30"/>
          <ac:spMkLst>
            <pc:docMk/>
            <pc:sldMk cId="1467791551" sldId="261"/>
            <ac:spMk id="3" creationId="{713679D6-AFEB-AD1E-14DB-4A4C39C45413}"/>
          </ac:spMkLst>
        </pc:spChg>
        <pc:graphicFrameChg chg="add mod modGraphic">
          <ac:chgData name="Guest User" userId="" providerId="Windows Live" clId="Web-{CB5ED2A2-4FF1-9ED7-290E-F1A710D0CAAB}" dt="2025-04-16T17:36:17.053" v="47" actId="1076"/>
          <ac:graphicFrameMkLst>
            <pc:docMk/>
            <pc:sldMk cId="1467791551" sldId="261"/>
            <ac:graphicFrameMk id="5" creationId="{BD92389D-AFCF-4659-5C14-ADD5FAB9F9EB}"/>
          </ac:graphicFrameMkLst>
        </pc:graphicFrameChg>
      </pc:sldChg>
      <pc:sldChg chg="addSp delSp modSp mod setBg setClrOvrMap">
        <pc:chgData name="Guest User" userId="" providerId="Windows Live" clId="Web-{CB5ED2A2-4FF1-9ED7-290E-F1A710D0CAAB}" dt="2025-04-16T17:30:05.877" v="21"/>
        <pc:sldMkLst>
          <pc:docMk/>
          <pc:sldMk cId="1254405869" sldId="262"/>
        </pc:sldMkLst>
        <pc:spChg chg="mod">
          <ac:chgData name="Guest User" userId="" providerId="Windows Live" clId="Web-{CB5ED2A2-4FF1-9ED7-290E-F1A710D0CAAB}" dt="2025-04-16T17:30:05.877" v="21"/>
          <ac:spMkLst>
            <pc:docMk/>
            <pc:sldMk cId="1254405869" sldId="262"/>
            <ac:spMk id="2" creationId="{84E65582-EC0C-E5E6-269C-C0FAD1DADFED}"/>
          </ac:spMkLst>
        </pc:spChg>
        <pc:spChg chg="mod ord">
          <ac:chgData name="Guest User" userId="" providerId="Windows Live" clId="Web-{CB5ED2A2-4FF1-9ED7-290E-F1A710D0CAAB}" dt="2025-04-16T17:30:05.877" v="21"/>
          <ac:spMkLst>
            <pc:docMk/>
            <pc:sldMk cId="1254405869" sldId="262"/>
            <ac:spMk id="3" creationId="{01E162B4-B3F4-0723-291A-9CAA86377E3D}"/>
          </ac:spMkLst>
        </pc:spChg>
        <pc:spChg chg="add del">
          <ac:chgData name="Guest User" userId="" providerId="Windows Live" clId="Web-{CB5ED2A2-4FF1-9ED7-290E-F1A710D0CAAB}" dt="2025-04-16T17:29:42.033" v="12"/>
          <ac:spMkLst>
            <pc:docMk/>
            <pc:sldMk cId="1254405869" sldId="262"/>
            <ac:spMk id="11" creationId="{3CED7894-4F62-4A6C-8DB5-DB5BE08E9C03}"/>
          </ac:spMkLst>
        </pc:spChg>
        <pc:spChg chg="add del">
          <ac:chgData name="Guest User" userId="" providerId="Windows Live" clId="Web-{CB5ED2A2-4FF1-9ED7-290E-F1A710D0CAAB}" dt="2025-04-16T17:29:42.033" v="12"/>
          <ac:spMkLst>
            <pc:docMk/>
            <pc:sldMk cId="1254405869" sldId="262"/>
            <ac:spMk id="13" creationId="{E536F3B4-50F6-4C52-8F76-4EB1214719DC}"/>
          </ac:spMkLst>
        </pc:spChg>
        <pc:spChg chg="add del">
          <ac:chgData name="Guest User" userId="" providerId="Windows Live" clId="Web-{CB5ED2A2-4FF1-9ED7-290E-F1A710D0CAAB}" dt="2025-04-16T17:29:46.548" v="14"/>
          <ac:spMkLst>
            <pc:docMk/>
            <pc:sldMk cId="1254405869" sldId="262"/>
            <ac:spMk id="15" creationId="{90137588-E70B-486E-AFA8-21B0111C4698}"/>
          </ac:spMkLst>
        </pc:spChg>
        <pc:spChg chg="add del">
          <ac:chgData name="Guest User" userId="" providerId="Windows Live" clId="Web-{CB5ED2A2-4FF1-9ED7-290E-F1A710D0CAAB}" dt="2025-04-16T17:30:02.643" v="18"/>
          <ac:spMkLst>
            <pc:docMk/>
            <pc:sldMk cId="1254405869" sldId="262"/>
            <ac:spMk id="17" creationId="{0817EB59-13B3-43DA-9B91-A7CC174A6069}"/>
          </ac:spMkLst>
        </pc:spChg>
        <pc:spChg chg="add del">
          <ac:chgData name="Guest User" userId="" providerId="Windows Live" clId="Web-{CB5ED2A2-4FF1-9ED7-290E-F1A710D0CAAB}" dt="2025-04-16T17:29:53.674" v="16"/>
          <ac:spMkLst>
            <pc:docMk/>
            <pc:sldMk cId="1254405869" sldId="262"/>
            <ac:spMk id="19" creationId="{636F6DB7-CF8D-494A-82F6-13B58DCA9896}"/>
          </ac:spMkLst>
        </pc:spChg>
        <pc:spChg chg="add del">
          <ac:chgData name="Guest User" userId="" providerId="Windows Live" clId="Web-{CB5ED2A2-4FF1-9ED7-290E-F1A710D0CAAB}" dt="2025-04-16T17:29:53.674" v="16"/>
          <ac:spMkLst>
            <pc:docMk/>
            <pc:sldMk cId="1254405869" sldId="262"/>
            <ac:spMk id="20" creationId="{0B7E5194-6E82-4A44-99C3-FE7D87F34134}"/>
          </ac:spMkLst>
        </pc:spChg>
        <pc:spChg chg="add del">
          <ac:chgData name="Guest User" userId="" providerId="Windows Live" clId="Web-{CB5ED2A2-4FF1-9ED7-290E-F1A710D0CAAB}" dt="2025-04-16T17:30:02.643" v="18"/>
          <ac:spMkLst>
            <pc:docMk/>
            <pc:sldMk cId="1254405869" sldId="262"/>
            <ac:spMk id="23" creationId="{879A26B8-6C4E-452B-ADD3-ED324A7AB7E8}"/>
          </ac:spMkLst>
        </pc:spChg>
        <pc:spChg chg="add del">
          <ac:chgData name="Guest User" userId="" providerId="Windows Live" clId="Web-{CB5ED2A2-4FF1-9ED7-290E-F1A710D0CAAB}" dt="2025-04-16T17:30:02.643" v="18"/>
          <ac:spMkLst>
            <pc:docMk/>
            <pc:sldMk cId="1254405869" sldId="262"/>
            <ac:spMk id="24" creationId="{9B4167E1-E2B0-4192-8DA2-6967DDFF87A5}"/>
          </ac:spMkLst>
        </pc:spChg>
        <pc:spChg chg="add del">
          <ac:chgData name="Guest User" userId="" providerId="Windows Live" clId="Web-{CB5ED2A2-4FF1-9ED7-290E-F1A710D0CAAB}" dt="2025-04-16T17:30:02.643" v="18"/>
          <ac:spMkLst>
            <pc:docMk/>
            <pc:sldMk cId="1254405869" sldId="262"/>
            <ac:spMk id="25" creationId="{D03E4FEE-2E6A-44AB-B6BA-C1AD0CD6D93B}"/>
          </ac:spMkLst>
        </pc:spChg>
        <pc:spChg chg="add del">
          <ac:chgData name="Guest User" userId="" providerId="Windows Live" clId="Web-{CB5ED2A2-4FF1-9ED7-290E-F1A710D0CAAB}" dt="2025-04-16T17:30:05.862" v="20"/>
          <ac:spMkLst>
            <pc:docMk/>
            <pc:sldMk cId="1254405869" sldId="262"/>
            <ac:spMk id="27" creationId="{3CED7894-4F62-4A6C-8DB5-DB5BE08E9C03}"/>
          </ac:spMkLst>
        </pc:spChg>
        <pc:spChg chg="add del">
          <ac:chgData name="Guest User" userId="" providerId="Windows Live" clId="Web-{CB5ED2A2-4FF1-9ED7-290E-F1A710D0CAAB}" dt="2025-04-16T17:30:05.862" v="20"/>
          <ac:spMkLst>
            <pc:docMk/>
            <pc:sldMk cId="1254405869" sldId="262"/>
            <ac:spMk id="28" creationId="{E536F3B4-50F6-4C52-8F76-4EB1214719DC}"/>
          </ac:spMkLst>
        </pc:spChg>
        <pc:spChg chg="add">
          <ac:chgData name="Guest User" userId="" providerId="Windows Live" clId="Web-{CB5ED2A2-4FF1-9ED7-290E-F1A710D0CAAB}" dt="2025-04-16T17:30:05.877" v="21"/>
          <ac:spMkLst>
            <pc:docMk/>
            <pc:sldMk cId="1254405869" sldId="262"/>
            <ac:spMk id="30" creationId="{879A26B8-6C4E-452B-ADD3-ED324A7AB7E8}"/>
          </ac:spMkLst>
        </pc:spChg>
        <pc:spChg chg="add">
          <ac:chgData name="Guest User" userId="" providerId="Windows Live" clId="Web-{CB5ED2A2-4FF1-9ED7-290E-F1A710D0CAAB}" dt="2025-04-16T17:30:05.877" v="21"/>
          <ac:spMkLst>
            <pc:docMk/>
            <pc:sldMk cId="1254405869" sldId="262"/>
            <ac:spMk id="31" creationId="{9B4167E1-E2B0-4192-8DA2-6967DDFF87A5}"/>
          </ac:spMkLst>
        </pc:spChg>
        <pc:spChg chg="add">
          <ac:chgData name="Guest User" userId="" providerId="Windows Live" clId="Web-{CB5ED2A2-4FF1-9ED7-290E-F1A710D0CAAB}" dt="2025-04-16T17:30:05.877" v="21"/>
          <ac:spMkLst>
            <pc:docMk/>
            <pc:sldMk cId="1254405869" sldId="262"/>
            <ac:spMk id="32" creationId="{D03E4FEE-2E6A-44AB-B6BA-C1AD0CD6D93B}"/>
          </ac:spMkLst>
        </pc:spChg>
        <pc:spChg chg="add">
          <ac:chgData name="Guest User" userId="" providerId="Windows Live" clId="Web-{CB5ED2A2-4FF1-9ED7-290E-F1A710D0CAAB}" dt="2025-04-16T17:30:05.877" v="21"/>
          <ac:spMkLst>
            <pc:docMk/>
            <pc:sldMk cId="1254405869" sldId="262"/>
            <ac:spMk id="33" creationId="{0817EB59-13B3-43DA-9B91-A7CC174A6069}"/>
          </ac:spMkLst>
        </pc:spChg>
        <pc:grpChg chg="add del">
          <ac:chgData name="Guest User" userId="" providerId="Windows Live" clId="Web-{CB5ED2A2-4FF1-9ED7-290E-F1A710D0CAAB}" dt="2025-04-16T17:29:53.674" v="16"/>
          <ac:grpSpMkLst>
            <pc:docMk/>
            <pc:sldMk cId="1254405869" sldId="262"/>
            <ac:grpSpMk id="21" creationId="{49FCC1E1-84D3-494D-A0A0-286AFA1C3018}"/>
          </ac:grpSpMkLst>
        </pc:grpChg>
        <pc:picChg chg="mod">
          <ac:chgData name="Guest User" userId="" providerId="Windows Live" clId="Web-{CB5ED2A2-4FF1-9ED7-290E-F1A710D0CAAB}" dt="2025-04-16T17:30:05.877" v="21"/>
          <ac:picMkLst>
            <pc:docMk/>
            <pc:sldMk cId="1254405869" sldId="262"/>
            <ac:picMk id="6" creationId="{2EF845F3-BBFC-DB69-A4BD-0763CFA1B93B}"/>
          </ac:picMkLst>
        </pc:picChg>
      </pc:sldChg>
      <pc:sldChg chg="addSp delSp modSp mod setBg">
        <pc:chgData name="Guest User" userId="" providerId="Windows Live" clId="Web-{CB5ED2A2-4FF1-9ED7-290E-F1A710D0CAAB}" dt="2025-04-16T17:26:44.760" v="10" actId="1076"/>
        <pc:sldMkLst>
          <pc:docMk/>
          <pc:sldMk cId="979320623" sldId="263"/>
        </pc:sldMkLst>
        <pc:spChg chg="mod">
          <ac:chgData name="Guest User" userId="" providerId="Windows Live" clId="Web-{CB5ED2A2-4FF1-9ED7-290E-F1A710D0CAAB}" dt="2025-04-16T17:26:34.775" v="8"/>
          <ac:spMkLst>
            <pc:docMk/>
            <pc:sldMk cId="979320623" sldId="263"/>
            <ac:spMk id="2" creationId="{A1335E88-6EE1-AAEA-C905-FC31DC5CAC56}"/>
          </ac:spMkLst>
        </pc:spChg>
        <pc:spChg chg="mod">
          <ac:chgData name="Guest User" userId="" providerId="Windows Live" clId="Web-{CB5ED2A2-4FF1-9ED7-290E-F1A710D0CAAB}" dt="2025-04-16T17:26:34.775" v="8"/>
          <ac:spMkLst>
            <pc:docMk/>
            <pc:sldMk cId="979320623" sldId="263"/>
            <ac:spMk id="3" creationId="{8DD91ED6-BD6F-C9BA-9AAB-598262309514}"/>
          </ac:spMkLst>
        </pc:spChg>
        <pc:spChg chg="add del">
          <ac:chgData name="Guest User" userId="" providerId="Windows Live" clId="Web-{CB5ED2A2-4FF1-9ED7-290E-F1A710D0CAAB}" dt="2025-04-16T17:26:34.791" v="9"/>
          <ac:spMkLst>
            <pc:docMk/>
            <pc:sldMk cId="979320623" sldId="263"/>
            <ac:spMk id="11" creationId="{9ADDB9E1-AB12-462E-8E0D-83CA31C6EB7F}"/>
          </ac:spMkLst>
        </pc:spChg>
        <pc:spChg chg="add del">
          <ac:chgData name="Guest User" userId="" providerId="Windows Live" clId="Web-{CB5ED2A2-4FF1-9ED7-290E-F1A710D0CAAB}" dt="2025-04-16T17:26:34.791" v="9"/>
          <ac:spMkLst>
            <pc:docMk/>
            <pc:sldMk cId="979320623" sldId="263"/>
            <ac:spMk id="13" creationId="{214040EB-4842-44D5-9380-BDF41FB7BA8F}"/>
          </ac:spMkLst>
        </pc:spChg>
        <pc:spChg chg="add del">
          <ac:chgData name="Guest User" userId="" providerId="Windows Live" clId="Web-{CB5ED2A2-4FF1-9ED7-290E-F1A710D0CAAB}" dt="2025-04-16T17:26:34.791" v="9"/>
          <ac:spMkLst>
            <pc:docMk/>
            <pc:sldMk cId="979320623" sldId="263"/>
            <ac:spMk id="15" creationId="{0C076E08-C160-41E7-8D09-E2436B5917C9}"/>
          </ac:spMkLst>
        </pc:spChg>
        <pc:spChg chg="add del">
          <ac:chgData name="Guest User" userId="" providerId="Windows Live" clId="Web-{CB5ED2A2-4FF1-9ED7-290E-F1A710D0CAAB}" dt="2025-04-16T17:26:34.791" v="9"/>
          <ac:spMkLst>
            <pc:docMk/>
            <pc:sldMk cId="979320623" sldId="263"/>
            <ac:spMk id="17" creationId="{25A65B62-07C4-4876-A101-9C85F48A0257}"/>
          </ac:spMkLst>
        </pc:spChg>
        <pc:spChg chg="add del">
          <ac:chgData name="Guest User" userId="" providerId="Windows Live" clId="Web-{CB5ED2A2-4FF1-9ED7-290E-F1A710D0CAAB}" dt="2025-04-16T17:26:34.791" v="9"/>
          <ac:spMkLst>
            <pc:docMk/>
            <pc:sldMk cId="979320623" sldId="263"/>
            <ac:spMk id="19" creationId="{D02BCE7C-4E97-4627-9FD1-DD7B633E558D}"/>
          </ac:spMkLst>
        </pc:spChg>
        <pc:spChg chg="add del">
          <ac:chgData name="Guest User" userId="" providerId="Windows Live" clId="Web-{CB5ED2A2-4FF1-9ED7-290E-F1A710D0CAAB}" dt="2025-04-16T17:26:34.775" v="8"/>
          <ac:spMkLst>
            <pc:docMk/>
            <pc:sldMk cId="979320623" sldId="263"/>
            <ac:spMk id="24" creationId="{00401440-1DC9-4C9E-A3BA-4DECEEB46503}"/>
          </ac:spMkLst>
        </pc:spChg>
        <pc:spChg chg="add del">
          <ac:chgData name="Guest User" userId="" providerId="Windows Live" clId="Web-{CB5ED2A2-4FF1-9ED7-290E-F1A710D0CAAB}" dt="2025-04-16T17:26:34.775" v="8"/>
          <ac:spMkLst>
            <pc:docMk/>
            <pc:sldMk cId="979320623" sldId="263"/>
            <ac:spMk id="26" creationId="{36B822CC-7DA9-4417-AA94-64CEB676F0B8}"/>
          </ac:spMkLst>
        </pc:spChg>
        <pc:spChg chg="add del">
          <ac:chgData name="Guest User" userId="" providerId="Windows Live" clId="Web-{CB5ED2A2-4FF1-9ED7-290E-F1A710D0CAAB}" dt="2025-04-16T17:26:34.775" v="8"/>
          <ac:spMkLst>
            <pc:docMk/>
            <pc:sldMk cId="979320623" sldId="263"/>
            <ac:spMk id="28" creationId="{AFA01E88-71CC-4FF3-9E81-51E0C32B45E4}"/>
          </ac:spMkLst>
        </pc:spChg>
        <pc:spChg chg="add">
          <ac:chgData name="Guest User" userId="" providerId="Windows Live" clId="Web-{CB5ED2A2-4FF1-9ED7-290E-F1A710D0CAAB}" dt="2025-04-16T17:26:34.791" v="9"/>
          <ac:spMkLst>
            <pc:docMk/>
            <pc:sldMk cId="979320623" sldId="263"/>
            <ac:spMk id="30" creationId="{25A65B62-07C4-4876-A101-9C85F48A0257}"/>
          </ac:spMkLst>
        </pc:spChg>
        <pc:spChg chg="add">
          <ac:chgData name="Guest User" userId="" providerId="Windows Live" clId="Web-{CB5ED2A2-4FF1-9ED7-290E-F1A710D0CAAB}" dt="2025-04-16T17:26:34.791" v="9"/>
          <ac:spMkLst>
            <pc:docMk/>
            <pc:sldMk cId="979320623" sldId="263"/>
            <ac:spMk id="31" creationId="{9ADDB9E1-AB12-462E-8E0D-83CA31C6EB7F}"/>
          </ac:spMkLst>
        </pc:spChg>
        <pc:spChg chg="add">
          <ac:chgData name="Guest User" userId="" providerId="Windows Live" clId="Web-{CB5ED2A2-4FF1-9ED7-290E-F1A710D0CAAB}" dt="2025-04-16T17:26:34.791" v="9"/>
          <ac:spMkLst>
            <pc:docMk/>
            <pc:sldMk cId="979320623" sldId="263"/>
            <ac:spMk id="32" creationId="{D02BCE7C-4E97-4627-9FD1-DD7B633E558D}"/>
          </ac:spMkLst>
        </pc:spChg>
        <pc:spChg chg="add">
          <ac:chgData name="Guest User" userId="" providerId="Windows Live" clId="Web-{CB5ED2A2-4FF1-9ED7-290E-F1A710D0CAAB}" dt="2025-04-16T17:26:34.791" v="9"/>
          <ac:spMkLst>
            <pc:docMk/>
            <pc:sldMk cId="979320623" sldId="263"/>
            <ac:spMk id="33" creationId="{214040EB-4842-44D5-9380-BDF41FB7BA8F}"/>
          </ac:spMkLst>
        </pc:spChg>
        <pc:spChg chg="add">
          <ac:chgData name="Guest User" userId="" providerId="Windows Live" clId="Web-{CB5ED2A2-4FF1-9ED7-290E-F1A710D0CAAB}" dt="2025-04-16T17:26:34.791" v="9"/>
          <ac:spMkLst>
            <pc:docMk/>
            <pc:sldMk cId="979320623" sldId="263"/>
            <ac:spMk id="34" creationId="{0C076E08-C160-41E7-8D09-E2436B5917C9}"/>
          </ac:spMkLst>
        </pc:spChg>
        <pc:picChg chg="mod">
          <ac:chgData name="Guest User" userId="" providerId="Windows Live" clId="Web-{CB5ED2A2-4FF1-9ED7-290E-F1A710D0CAAB}" dt="2025-04-16T17:26:44.760" v="10" actId="1076"/>
          <ac:picMkLst>
            <pc:docMk/>
            <pc:sldMk cId="979320623" sldId="263"/>
            <ac:picMk id="6" creationId="{7EA8E98E-3895-925F-FCCC-AA4B8AE0FD14}"/>
          </ac:picMkLst>
        </pc:picChg>
      </pc:sldChg>
      <pc:sldChg chg="addSp delSp modSp mod setBg setClrOvrMap">
        <pc:chgData name="Guest User" userId="" providerId="Windows Live" clId="Web-{CB5ED2A2-4FF1-9ED7-290E-F1A710D0CAAB}" dt="2025-04-16T17:37:26.618" v="49"/>
        <pc:sldMkLst>
          <pc:docMk/>
          <pc:sldMk cId="2187147773" sldId="264"/>
        </pc:sldMkLst>
        <pc:spChg chg="mod">
          <ac:chgData name="Guest User" userId="" providerId="Windows Live" clId="Web-{CB5ED2A2-4FF1-9ED7-290E-F1A710D0CAAB}" dt="2025-04-16T17:37:26.618" v="49"/>
          <ac:spMkLst>
            <pc:docMk/>
            <pc:sldMk cId="2187147773" sldId="264"/>
            <ac:spMk id="2" creationId="{CED69AA4-5E9A-3E62-A3AF-9EB0E6342F76}"/>
          </ac:spMkLst>
        </pc:spChg>
        <pc:spChg chg="mod">
          <ac:chgData name="Guest User" userId="" providerId="Windows Live" clId="Web-{CB5ED2A2-4FF1-9ED7-290E-F1A710D0CAAB}" dt="2025-04-16T17:37:26.618" v="49"/>
          <ac:spMkLst>
            <pc:docMk/>
            <pc:sldMk cId="2187147773" sldId="264"/>
            <ac:spMk id="3" creationId="{85884834-3680-7A97-0ADC-2011849F9A9A}"/>
          </ac:spMkLst>
        </pc:spChg>
        <pc:spChg chg="add del">
          <ac:chgData name="Guest User" userId="" providerId="Windows Live" clId="Web-{CB5ED2A2-4FF1-9ED7-290E-F1A710D0CAAB}" dt="2025-04-16T17:37:26.618" v="49"/>
          <ac:spMkLst>
            <pc:docMk/>
            <pc:sldMk cId="2187147773" sldId="264"/>
            <ac:spMk id="14" creationId="{636F6DB7-CF8D-494A-82F6-13B58DCA9896}"/>
          </ac:spMkLst>
        </pc:spChg>
        <pc:spChg chg="add del">
          <ac:chgData name="Guest User" userId="" providerId="Windows Live" clId="Web-{CB5ED2A2-4FF1-9ED7-290E-F1A710D0CAAB}" dt="2025-04-16T17:37:26.618" v="49"/>
          <ac:spMkLst>
            <pc:docMk/>
            <pc:sldMk cId="2187147773" sldId="264"/>
            <ac:spMk id="16" creationId="{0B7E5194-6E82-4A44-99C3-FE7D87F34134}"/>
          </ac:spMkLst>
        </pc:spChg>
        <pc:grpChg chg="add del">
          <ac:chgData name="Guest User" userId="" providerId="Windows Live" clId="Web-{CB5ED2A2-4FF1-9ED7-290E-F1A710D0CAAB}" dt="2025-04-16T17:37:26.618" v="49"/>
          <ac:grpSpMkLst>
            <pc:docMk/>
            <pc:sldMk cId="2187147773" sldId="264"/>
            <ac:grpSpMk id="18" creationId="{49FCC1E1-84D3-494D-A0A0-286AFA1C3018}"/>
          </ac:grpSpMkLst>
        </pc:grpChg>
        <pc:picChg chg="mod">
          <ac:chgData name="Guest User" userId="" providerId="Windows Live" clId="Web-{CB5ED2A2-4FF1-9ED7-290E-F1A710D0CAAB}" dt="2025-04-16T17:37:26.618" v="49"/>
          <ac:picMkLst>
            <pc:docMk/>
            <pc:sldMk cId="2187147773" sldId="264"/>
            <ac:picMk id="9" creationId="{9D1F1C4D-B81A-00B3-6E58-FDB95616E1B4}"/>
          </ac:picMkLst>
        </pc:picChg>
      </pc:sldChg>
      <pc:sldChg chg="addSp delSp modSp mod setBg">
        <pc:chgData name="Guest User" userId="" providerId="Windows Live" clId="Web-{CB5ED2A2-4FF1-9ED7-290E-F1A710D0CAAB}" dt="2025-04-16T17:37:46.041" v="51"/>
        <pc:sldMkLst>
          <pc:docMk/>
          <pc:sldMk cId="1201193348" sldId="265"/>
        </pc:sldMkLst>
        <pc:spChg chg="mod">
          <ac:chgData name="Guest User" userId="" providerId="Windows Live" clId="Web-{CB5ED2A2-4FF1-9ED7-290E-F1A710D0CAAB}" dt="2025-04-16T17:37:46.041" v="51"/>
          <ac:spMkLst>
            <pc:docMk/>
            <pc:sldMk cId="1201193348" sldId="265"/>
            <ac:spMk id="2" creationId="{CDCEA926-9995-4BD3-2166-C0F69AEE2574}"/>
          </ac:spMkLst>
        </pc:spChg>
        <pc:spChg chg="add del">
          <ac:chgData name="Guest User" userId="" providerId="Windows Live" clId="Web-{CB5ED2A2-4FF1-9ED7-290E-F1A710D0CAAB}" dt="2025-04-16T17:37:46.041" v="51"/>
          <ac:spMkLst>
            <pc:docMk/>
            <pc:sldMk cId="1201193348" sldId="265"/>
            <ac:spMk id="10" creationId="{DB691D59-8F51-4DD8-AD41-D568D29B08F8}"/>
          </ac:spMkLst>
        </pc:spChg>
        <pc:spChg chg="add del">
          <ac:chgData name="Guest User" userId="" providerId="Windows Live" clId="Web-{CB5ED2A2-4FF1-9ED7-290E-F1A710D0CAAB}" dt="2025-04-16T17:37:46.041" v="51"/>
          <ac:spMkLst>
            <pc:docMk/>
            <pc:sldMk cId="1201193348" sldId="265"/>
            <ac:spMk id="12" creationId="{204AEF18-0627-48F3-9B3D-F7E8F050B1D4}"/>
          </ac:spMkLst>
        </pc:spChg>
        <pc:spChg chg="add del">
          <ac:chgData name="Guest User" userId="" providerId="Windows Live" clId="Web-{CB5ED2A2-4FF1-9ED7-290E-F1A710D0CAAB}" dt="2025-04-16T17:37:46.041" v="51"/>
          <ac:spMkLst>
            <pc:docMk/>
            <pc:sldMk cId="1201193348" sldId="265"/>
            <ac:spMk id="14" creationId="{CEAEE08A-C572-438F-9753-B0D527A515A7}"/>
          </ac:spMkLst>
        </pc:spChg>
        <pc:spChg chg="add del">
          <ac:chgData name="Guest User" userId="" providerId="Windows Live" clId="Web-{CB5ED2A2-4FF1-9ED7-290E-F1A710D0CAAB}" dt="2025-04-16T17:37:46.041" v="51"/>
          <ac:spMkLst>
            <pc:docMk/>
            <pc:sldMk cId="1201193348" sldId="265"/>
            <ac:spMk id="16" creationId="{DB93146F-62ED-4C59-844C-0935D0FB5031}"/>
          </ac:spMkLst>
        </pc:spChg>
        <pc:spChg chg="add del">
          <ac:chgData name="Guest User" userId="" providerId="Windows Live" clId="Web-{CB5ED2A2-4FF1-9ED7-290E-F1A710D0CAAB}" dt="2025-04-16T17:37:46.041" v="51"/>
          <ac:spMkLst>
            <pc:docMk/>
            <pc:sldMk cId="1201193348" sldId="265"/>
            <ac:spMk id="18" creationId="{B1A515B1-A9B3-49B0-AE0D-D038D42C21A9}"/>
          </ac:spMkLst>
        </pc:spChg>
        <pc:picChg chg="mod">
          <ac:chgData name="Guest User" userId="" providerId="Windows Live" clId="Web-{CB5ED2A2-4FF1-9ED7-290E-F1A710D0CAAB}" dt="2025-04-16T17:37:46.041" v="51"/>
          <ac:picMkLst>
            <pc:docMk/>
            <pc:sldMk cId="1201193348" sldId="265"/>
            <ac:picMk id="5" creationId="{F877FB02-4BA5-03E6-698E-E90C3B55CC0D}"/>
          </ac:picMkLst>
        </pc:picChg>
      </pc:sldChg>
    </pc:docChg>
  </pc:docChgLst>
  <pc:docChgLst>
    <pc:chgData name="Guest User" providerId="Windows Live" clId="Web-{B7A97FBA-0990-274D-4C1D-213FC002D353}"/>
    <pc:docChg chg="modSld">
      <pc:chgData name="Guest User" userId="" providerId="Windows Live" clId="Web-{B7A97FBA-0990-274D-4C1D-213FC002D353}" dt="2025-04-17T02:51:56.830" v="16" actId="20577"/>
      <pc:docMkLst>
        <pc:docMk/>
      </pc:docMkLst>
      <pc:sldChg chg="modSp">
        <pc:chgData name="Guest User" userId="" providerId="Windows Live" clId="Web-{B7A97FBA-0990-274D-4C1D-213FC002D353}" dt="2025-04-17T02:51:56.830" v="16" actId="20577"/>
        <pc:sldMkLst>
          <pc:docMk/>
          <pc:sldMk cId="1254405869" sldId="262"/>
        </pc:sldMkLst>
        <pc:spChg chg="mod">
          <ac:chgData name="Guest User" userId="" providerId="Windows Live" clId="Web-{B7A97FBA-0990-274D-4C1D-213FC002D353}" dt="2025-04-17T02:51:56.830" v="16" actId="20577"/>
          <ac:spMkLst>
            <pc:docMk/>
            <pc:sldMk cId="1254405869" sldId="262"/>
            <ac:spMk id="3" creationId="{01E162B4-B3F4-0723-291A-9CAA86377E3D}"/>
          </ac:spMkLst>
        </pc:spChg>
        <pc:spChg chg="mod">
          <ac:chgData name="Guest User" userId="" providerId="Windows Live" clId="Web-{B7A97FBA-0990-274D-4C1D-213FC002D353}" dt="2025-04-17T02:51:51.877" v="14" actId="20577"/>
          <ac:spMkLst>
            <pc:docMk/>
            <pc:sldMk cId="1254405869" sldId="262"/>
            <ac:spMk id="30" creationId="{879A26B8-6C4E-452B-ADD3-ED324A7AB7E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42ED6E-2508-4B89-82BE-4290F0B3F49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21388F-0609-458D-A539-BE37507E6435}">
      <dgm:prSet/>
      <dgm:spPr/>
      <dgm:t>
        <a:bodyPr/>
        <a:lstStyle/>
        <a:p>
          <a:pPr rtl="0"/>
          <a:r>
            <a:rPr lang="en-IN" b="1"/>
            <a:t>Frontend: </a:t>
          </a:r>
          <a:br>
            <a:rPr lang="en-IN" b="1">
              <a:latin typeface="Gill Sans MT" panose="020B0502020104020203"/>
            </a:rPr>
          </a:br>
          <a:r>
            <a:rPr lang="en-IN" b="1">
              <a:latin typeface="Gill Sans MT" panose="020B0502020104020203"/>
            </a:rPr>
            <a:t> </a:t>
          </a:r>
          <a:r>
            <a:rPr lang="en-IN"/>
            <a:t>Built using HTML5,</a:t>
          </a:r>
          <a:r>
            <a:rPr lang="en-IN">
              <a:latin typeface="Gill Sans MT" panose="020B0502020104020203"/>
            </a:rPr>
            <a:t> </a:t>
          </a:r>
          <a:r>
            <a:rPr lang="en-IN"/>
            <a:t> CSS for responsive design, and JavaScript for interactive </a:t>
          </a:r>
          <a:r>
            <a:rPr lang="en-IN" err="1"/>
            <a:t>behavior</a:t>
          </a:r>
          <a:r>
            <a:rPr lang="en-IN"/>
            <a:t>.</a:t>
          </a:r>
          <a:endParaRPr lang="en-US">
            <a:latin typeface="Gill Sans MT" panose="020B0502020104020203"/>
          </a:endParaRPr>
        </a:p>
      </dgm:t>
    </dgm:pt>
    <dgm:pt modelId="{B1712DC4-2704-4B01-B8CD-93832F00B266}" type="parTrans" cxnId="{B6EBC821-E074-4DED-976C-546AB9774567}">
      <dgm:prSet/>
      <dgm:spPr/>
      <dgm:t>
        <a:bodyPr/>
        <a:lstStyle/>
        <a:p>
          <a:endParaRPr lang="en-US"/>
        </a:p>
      </dgm:t>
    </dgm:pt>
    <dgm:pt modelId="{2226DC95-E081-460E-8217-8B600CDA395E}" type="sibTrans" cxnId="{B6EBC821-E074-4DED-976C-546AB9774567}">
      <dgm:prSet/>
      <dgm:spPr/>
      <dgm:t>
        <a:bodyPr/>
        <a:lstStyle/>
        <a:p>
          <a:endParaRPr lang="en-US"/>
        </a:p>
      </dgm:t>
    </dgm:pt>
    <dgm:pt modelId="{67DADA0D-89C8-4A8B-AA01-3E369C556EB0}">
      <dgm:prSet/>
      <dgm:spPr/>
      <dgm:t>
        <a:bodyPr/>
        <a:lstStyle/>
        <a:p>
          <a:pPr rtl="0"/>
          <a:r>
            <a:rPr lang="en-IN" b="1"/>
            <a:t>Backend: </a:t>
          </a:r>
          <a:br>
            <a:rPr lang="en-IN" b="1">
              <a:latin typeface="Gill Sans MT" panose="020B0502020104020203"/>
            </a:rPr>
          </a:br>
          <a:r>
            <a:rPr lang="en-IN" b="1">
              <a:latin typeface="Gill Sans MT" panose="020B0502020104020203"/>
            </a:rPr>
            <a:t> </a:t>
          </a:r>
          <a:r>
            <a:rPr lang="en-IN"/>
            <a:t>Flask handles API requests and business logic.</a:t>
          </a:r>
          <a:endParaRPr lang="en-US"/>
        </a:p>
      </dgm:t>
    </dgm:pt>
    <dgm:pt modelId="{7C38AAD6-2F70-4866-988C-C5419EFB92A4}" type="parTrans" cxnId="{964279A0-5959-4DB4-8E3E-2B3E2D7FDC7E}">
      <dgm:prSet/>
      <dgm:spPr/>
      <dgm:t>
        <a:bodyPr/>
        <a:lstStyle/>
        <a:p>
          <a:endParaRPr lang="en-US"/>
        </a:p>
      </dgm:t>
    </dgm:pt>
    <dgm:pt modelId="{4FDFF0C5-2C07-4AB2-B7D7-8D1ED29B8920}" type="sibTrans" cxnId="{964279A0-5959-4DB4-8E3E-2B3E2D7FDC7E}">
      <dgm:prSet/>
      <dgm:spPr/>
      <dgm:t>
        <a:bodyPr/>
        <a:lstStyle/>
        <a:p>
          <a:endParaRPr lang="en-US"/>
        </a:p>
      </dgm:t>
    </dgm:pt>
    <dgm:pt modelId="{D2F99F59-250D-4848-BB13-D953DCE6340E}">
      <dgm:prSet/>
      <dgm:spPr/>
      <dgm:t>
        <a:bodyPr/>
        <a:lstStyle/>
        <a:p>
          <a:pPr rtl="0"/>
          <a:r>
            <a:rPr lang="en-IN" b="1"/>
            <a:t>Resume Parsing:  </a:t>
          </a:r>
          <a:br>
            <a:rPr lang="en-IN" b="1">
              <a:latin typeface="Gill Sans MT" panose="020B0502020104020203"/>
            </a:rPr>
          </a:br>
          <a:r>
            <a:rPr lang="en-IN"/>
            <a:t>PDF and DOCX files are parsed using PyPDF2 and python-docx.</a:t>
          </a:r>
          <a:endParaRPr lang="en-US"/>
        </a:p>
      </dgm:t>
    </dgm:pt>
    <dgm:pt modelId="{A6760A9F-06BA-46D3-883F-5737BE2F1BB2}" type="parTrans" cxnId="{C74729F1-A145-4772-A722-B3E48EC458BC}">
      <dgm:prSet/>
      <dgm:spPr/>
      <dgm:t>
        <a:bodyPr/>
        <a:lstStyle/>
        <a:p>
          <a:endParaRPr lang="en-US"/>
        </a:p>
      </dgm:t>
    </dgm:pt>
    <dgm:pt modelId="{5E49EB04-82C8-4D6C-AEE4-C434B7C980B6}" type="sibTrans" cxnId="{C74729F1-A145-4772-A722-B3E48EC458BC}">
      <dgm:prSet/>
      <dgm:spPr/>
      <dgm:t>
        <a:bodyPr/>
        <a:lstStyle/>
        <a:p>
          <a:endParaRPr lang="en-US"/>
        </a:p>
      </dgm:t>
    </dgm:pt>
    <dgm:pt modelId="{812A4929-D357-4ECE-AB65-B72BAD206DEA}">
      <dgm:prSet/>
      <dgm:spPr/>
      <dgm:t>
        <a:bodyPr/>
        <a:lstStyle/>
        <a:p>
          <a:pPr rtl="0"/>
          <a:r>
            <a:rPr lang="en-IN" b="1"/>
            <a:t>Matching Logic: </a:t>
          </a:r>
          <a:br>
            <a:rPr lang="en-IN" b="1">
              <a:latin typeface="Gill Sans MT" panose="020B0502020104020203"/>
            </a:rPr>
          </a:br>
          <a:r>
            <a:rPr lang="en-IN" b="1">
              <a:latin typeface="Gill Sans MT" panose="020B0502020104020203"/>
            </a:rPr>
            <a:t> </a:t>
          </a:r>
          <a:r>
            <a:rPr lang="en-IN"/>
            <a:t>Text similarity (TF-IDF + Cosine Similarity)Skill extraction (regex + NER)Experience and role classification (transformers)</a:t>
          </a:r>
          <a:endParaRPr lang="en-US"/>
        </a:p>
      </dgm:t>
    </dgm:pt>
    <dgm:pt modelId="{022440F7-13C1-42B1-A57F-F602EC437ACE}" type="parTrans" cxnId="{FD2B8F2C-6478-4681-8A01-49BF8FE0093D}">
      <dgm:prSet/>
      <dgm:spPr/>
      <dgm:t>
        <a:bodyPr/>
        <a:lstStyle/>
        <a:p>
          <a:endParaRPr lang="en-US"/>
        </a:p>
      </dgm:t>
    </dgm:pt>
    <dgm:pt modelId="{936E135A-0E44-4073-9DF7-0E0219394B7B}" type="sibTrans" cxnId="{FD2B8F2C-6478-4681-8A01-49BF8FE0093D}">
      <dgm:prSet/>
      <dgm:spPr/>
      <dgm:t>
        <a:bodyPr/>
        <a:lstStyle/>
        <a:p>
          <a:endParaRPr lang="en-US"/>
        </a:p>
      </dgm:t>
    </dgm:pt>
    <dgm:pt modelId="{8AED3412-A22B-4FBA-B0A7-48023CA6FF5D}" type="pres">
      <dgm:prSet presAssocID="{3442ED6E-2508-4B89-82BE-4290F0B3F49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08B0E7-CA5E-40E4-A810-0F1B6CBC8316}" type="pres">
      <dgm:prSet presAssocID="{5C21388F-0609-458D-A539-BE37507E6435}" presName="hierRoot1" presStyleCnt="0"/>
      <dgm:spPr/>
    </dgm:pt>
    <dgm:pt modelId="{870B8C54-5C07-4B10-A6B1-F7AC16957E1C}" type="pres">
      <dgm:prSet presAssocID="{5C21388F-0609-458D-A539-BE37507E6435}" presName="composite" presStyleCnt="0"/>
      <dgm:spPr/>
    </dgm:pt>
    <dgm:pt modelId="{86216923-0CEF-465E-A2B3-F816004A8343}" type="pres">
      <dgm:prSet presAssocID="{5C21388F-0609-458D-A539-BE37507E6435}" presName="background" presStyleLbl="node0" presStyleIdx="0" presStyleCnt="4"/>
      <dgm:spPr/>
    </dgm:pt>
    <dgm:pt modelId="{F19B1BB9-5C01-4F46-BBE0-2DF04C8599D3}" type="pres">
      <dgm:prSet presAssocID="{5C21388F-0609-458D-A539-BE37507E6435}" presName="text" presStyleLbl="fgAcc0" presStyleIdx="0" presStyleCnt="4">
        <dgm:presLayoutVars>
          <dgm:chPref val="3"/>
        </dgm:presLayoutVars>
      </dgm:prSet>
      <dgm:spPr/>
    </dgm:pt>
    <dgm:pt modelId="{84CE1526-BEC4-423A-ABF9-5D5027215688}" type="pres">
      <dgm:prSet presAssocID="{5C21388F-0609-458D-A539-BE37507E6435}" presName="hierChild2" presStyleCnt="0"/>
      <dgm:spPr/>
    </dgm:pt>
    <dgm:pt modelId="{359AE0FA-FC38-4567-BDE2-0AD504ADF3D1}" type="pres">
      <dgm:prSet presAssocID="{67DADA0D-89C8-4A8B-AA01-3E369C556EB0}" presName="hierRoot1" presStyleCnt="0"/>
      <dgm:spPr/>
    </dgm:pt>
    <dgm:pt modelId="{549D2247-3B5E-424C-BA16-AEC50DAC1E7F}" type="pres">
      <dgm:prSet presAssocID="{67DADA0D-89C8-4A8B-AA01-3E369C556EB0}" presName="composite" presStyleCnt="0"/>
      <dgm:spPr/>
    </dgm:pt>
    <dgm:pt modelId="{7ED1DB33-CAE1-4D3F-A901-7715D5137383}" type="pres">
      <dgm:prSet presAssocID="{67DADA0D-89C8-4A8B-AA01-3E369C556EB0}" presName="background" presStyleLbl="node0" presStyleIdx="1" presStyleCnt="4"/>
      <dgm:spPr/>
    </dgm:pt>
    <dgm:pt modelId="{3C5E596C-59E0-486E-AD0C-D26D47EA0CF4}" type="pres">
      <dgm:prSet presAssocID="{67DADA0D-89C8-4A8B-AA01-3E369C556EB0}" presName="text" presStyleLbl="fgAcc0" presStyleIdx="1" presStyleCnt="4">
        <dgm:presLayoutVars>
          <dgm:chPref val="3"/>
        </dgm:presLayoutVars>
      </dgm:prSet>
      <dgm:spPr/>
    </dgm:pt>
    <dgm:pt modelId="{A3C9CCEA-2C64-4B81-B4A5-3346F9C9C0F0}" type="pres">
      <dgm:prSet presAssocID="{67DADA0D-89C8-4A8B-AA01-3E369C556EB0}" presName="hierChild2" presStyleCnt="0"/>
      <dgm:spPr/>
    </dgm:pt>
    <dgm:pt modelId="{4D4953F6-ED6B-4737-BD71-91664E3294C7}" type="pres">
      <dgm:prSet presAssocID="{D2F99F59-250D-4848-BB13-D953DCE6340E}" presName="hierRoot1" presStyleCnt="0"/>
      <dgm:spPr/>
    </dgm:pt>
    <dgm:pt modelId="{684193A8-8258-42A5-9CAC-EF132B360CAB}" type="pres">
      <dgm:prSet presAssocID="{D2F99F59-250D-4848-BB13-D953DCE6340E}" presName="composite" presStyleCnt="0"/>
      <dgm:spPr/>
    </dgm:pt>
    <dgm:pt modelId="{65752BC2-9C89-494F-96FF-DA57C2CDB9FE}" type="pres">
      <dgm:prSet presAssocID="{D2F99F59-250D-4848-BB13-D953DCE6340E}" presName="background" presStyleLbl="node0" presStyleIdx="2" presStyleCnt="4"/>
      <dgm:spPr/>
    </dgm:pt>
    <dgm:pt modelId="{8075FC9A-72F7-4354-9EF7-714C3B16EDFD}" type="pres">
      <dgm:prSet presAssocID="{D2F99F59-250D-4848-BB13-D953DCE6340E}" presName="text" presStyleLbl="fgAcc0" presStyleIdx="2" presStyleCnt="4">
        <dgm:presLayoutVars>
          <dgm:chPref val="3"/>
        </dgm:presLayoutVars>
      </dgm:prSet>
      <dgm:spPr/>
    </dgm:pt>
    <dgm:pt modelId="{FFFBEFBE-2342-4C62-95E3-FB26724B15B4}" type="pres">
      <dgm:prSet presAssocID="{D2F99F59-250D-4848-BB13-D953DCE6340E}" presName="hierChild2" presStyleCnt="0"/>
      <dgm:spPr/>
    </dgm:pt>
    <dgm:pt modelId="{34A50042-08DB-449A-BDF3-170AD0D86DAF}" type="pres">
      <dgm:prSet presAssocID="{812A4929-D357-4ECE-AB65-B72BAD206DEA}" presName="hierRoot1" presStyleCnt="0"/>
      <dgm:spPr/>
    </dgm:pt>
    <dgm:pt modelId="{DB52822D-16D9-45B2-9DCC-81596DC4DF21}" type="pres">
      <dgm:prSet presAssocID="{812A4929-D357-4ECE-AB65-B72BAD206DEA}" presName="composite" presStyleCnt="0"/>
      <dgm:spPr/>
    </dgm:pt>
    <dgm:pt modelId="{8846D5DE-29C9-42C4-9C66-0ABB6AFC6FCA}" type="pres">
      <dgm:prSet presAssocID="{812A4929-D357-4ECE-AB65-B72BAD206DEA}" presName="background" presStyleLbl="node0" presStyleIdx="3" presStyleCnt="4"/>
      <dgm:spPr/>
    </dgm:pt>
    <dgm:pt modelId="{41BF98A9-9547-400D-8437-83A39C80529A}" type="pres">
      <dgm:prSet presAssocID="{812A4929-D357-4ECE-AB65-B72BAD206DEA}" presName="text" presStyleLbl="fgAcc0" presStyleIdx="3" presStyleCnt="4">
        <dgm:presLayoutVars>
          <dgm:chPref val="3"/>
        </dgm:presLayoutVars>
      </dgm:prSet>
      <dgm:spPr/>
    </dgm:pt>
    <dgm:pt modelId="{CE0C2461-01F2-4BFC-8D7B-A99967D1B37E}" type="pres">
      <dgm:prSet presAssocID="{812A4929-D357-4ECE-AB65-B72BAD206DEA}" presName="hierChild2" presStyleCnt="0"/>
      <dgm:spPr/>
    </dgm:pt>
  </dgm:ptLst>
  <dgm:cxnLst>
    <dgm:cxn modelId="{B6EBC821-E074-4DED-976C-546AB9774567}" srcId="{3442ED6E-2508-4B89-82BE-4290F0B3F496}" destId="{5C21388F-0609-458D-A539-BE37507E6435}" srcOrd="0" destOrd="0" parTransId="{B1712DC4-2704-4B01-B8CD-93832F00B266}" sibTransId="{2226DC95-E081-460E-8217-8B600CDA395E}"/>
    <dgm:cxn modelId="{FD2B8F2C-6478-4681-8A01-49BF8FE0093D}" srcId="{3442ED6E-2508-4B89-82BE-4290F0B3F496}" destId="{812A4929-D357-4ECE-AB65-B72BAD206DEA}" srcOrd="3" destOrd="0" parTransId="{022440F7-13C1-42B1-A57F-F602EC437ACE}" sibTransId="{936E135A-0E44-4073-9DF7-0E0219394B7B}"/>
    <dgm:cxn modelId="{A06F8B9E-8A36-44EA-B46A-30DB51FC1C5C}" type="presOf" srcId="{67DADA0D-89C8-4A8B-AA01-3E369C556EB0}" destId="{3C5E596C-59E0-486E-AD0C-D26D47EA0CF4}" srcOrd="0" destOrd="0" presId="urn:microsoft.com/office/officeart/2005/8/layout/hierarchy1"/>
    <dgm:cxn modelId="{964279A0-5959-4DB4-8E3E-2B3E2D7FDC7E}" srcId="{3442ED6E-2508-4B89-82BE-4290F0B3F496}" destId="{67DADA0D-89C8-4A8B-AA01-3E369C556EB0}" srcOrd="1" destOrd="0" parTransId="{7C38AAD6-2F70-4866-988C-C5419EFB92A4}" sibTransId="{4FDFF0C5-2C07-4AB2-B7D7-8D1ED29B8920}"/>
    <dgm:cxn modelId="{FAF906A1-A1EE-41F5-B80D-301FDCEEAB28}" type="presOf" srcId="{812A4929-D357-4ECE-AB65-B72BAD206DEA}" destId="{41BF98A9-9547-400D-8437-83A39C80529A}" srcOrd="0" destOrd="0" presId="urn:microsoft.com/office/officeart/2005/8/layout/hierarchy1"/>
    <dgm:cxn modelId="{ED3C5CB6-E5CC-45DA-9530-4D0B2F0EA619}" type="presOf" srcId="{D2F99F59-250D-4848-BB13-D953DCE6340E}" destId="{8075FC9A-72F7-4354-9EF7-714C3B16EDFD}" srcOrd="0" destOrd="0" presId="urn:microsoft.com/office/officeart/2005/8/layout/hierarchy1"/>
    <dgm:cxn modelId="{4673AFF0-F2F8-4372-996B-C48CE3087D8D}" type="presOf" srcId="{5C21388F-0609-458D-A539-BE37507E6435}" destId="{F19B1BB9-5C01-4F46-BBE0-2DF04C8599D3}" srcOrd="0" destOrd="0" presId="urn:microsoft.com/office/officeart/2005/8/layout/hierarchy1"/>
    <dgm:cxn modelId="{C74729F1-A145-4772-A722-B3E48EC458BC}" srcId="{3442ED6E-2508-4B89-82BE-4290F0B3F496}" destId="{D2F99F59-250D-4848-BB13-D953DCE6340E}" srcOrd="2" destOrd="0" parTransId="{A6760A9F-06BA-46D3-883F-5737BE2F1BB2}" sibTransId="{5E49EB04-82C8-4D6C-AEE4-C434B7C980B6}"/>
    <dgm:cxn modelId="{74D9BDFD-A978-4498-9D1C-FB0F7E2DE2D0}" type="presOf" srcId="{3442ED6E-2508-4B89-82BE-4290F0B3F496}" destId="{8AED3412-A22B-4FBA-B0A7-48023CA6FF5D}" srcOrd="0" destOrd="0" presId="urn:microsoft.com/office/officeart/2005/8/layout/hierarchy1"/>
    <dgm:cxn modelId="{225B98FF-FC19-4B49-A7D7-B6879EBBA20B}" type="presParOf" srcId="{8AED3412-A22B-4FBA-B0A7-48023CA6FF5D}" destId="{D408B0E7-CA5E-40E4-A810-0F1B6CBC8316}" srcOrd="0" destOrd="0" presId="urn:microsoft.com/office/officeart/2005/8/layout/hierarchy1"/>
    <dgm:cxn modelId="{0ED8BA58-8785-4245-A822-439737FD75A4}" type="presParOf" srcId="{D408B0E7-CA5E-40E4-A810-0F1B6CBC8316}" destId="{870B8C54-5C07-4B10-A6B1-F7AC16957E1C}" srcOrd="0" destOrd="0" presId="urn:microsoft.com/office/officeart/2005/8/layout/hierarchy1"/>
    <dgm:cxn modelId="{9B000615-2C45-4467-AF7F-47AA61A4C728}" type="presParOf" srcId="{870B8C54-5C07-4B10-A6B1-F7AC16957E1C}" destId="{86216923-0CEF-465E-A2B3-F816004A8343}" srcOrd="0" destOrd="0" presId="urn:microsoft.com/office/officeart/2005/8/layout/hierarchy1"/>
    <dgm:cxn modelId="{F1C335E6-253B-496D-84AD-DCDC47432DC9}" type="presParOf" srcId="{870B8C54-5C07-4B10-A6B1-F7AC16957E1C}" destId="{F19B1BB9-5C01-4F46-BBE0-2DF04C8599D3}" srcOrd="1" destOrd="0" presId="urn:microsoft.com/office/officeart/2005/8/layout/hierarchy1"/>
    <dgm:cxn modelId="{8B4EC551-F839-43C6-A7A6-FD5E6F64D731}" type="presParOf" srcId="{D408B0E7-CA5E-40E4-A810-0F1B6CBC8316}" destId="{84CE1526-BEC4-423A-ABF9-5D5027215688}" srcOrd="1" destOrd="0" presId="urn:microsoft.com/office/officeart/2005/8/layout/hierarchy1"/>
    <dgm:cxn modelId="{58AF7519-7E99-446C-AF52-E256B1EE1B98}" type="presParOf" srcId="{8AED3412-A22B-4FBA-B0A7-48023CA6FF5D}" destId="{359AE0FA-FC38-4567-BDE2-0AD504ADF3D1}" srcOrd="1" destOrd="0" presId="urn:microsoft.com/office/officeart/2005/8/layout/hierarchy1"/>
    <dgm:cxn modelId="{BE4ACB1A-243B-487F-A715-4747AB0D0C62}" type="presParOf" srcId="{359AE0FA-FC38-4567-BDE2-0AD504ADF3D1}" destId="{549D2247-3B5E-424C-BA16-AEC50DAC1E7F}" srcOrd="0" destOrd="0" presId="urn:microsoft.com/office/officeart/2005/8/layout/hierarchy1"/>
    <dgm:cxn modelId="{E6CF8FA7-6C4B-4A3A-8383-055D01B6ACCA}" type="presParOf" srcId="{549D2247-3B5E-424C-BA16-AEC50DAC1E7F}" destId="{7ED1DB33-CAE1-4D3F-A901-7715D5137383}" srcOrd="0" destOrd="0" presId="urn:microsoft.com/office/officeart/2005/8/layout/hierarchy1"/>
    <dgm:cxn modelId="{C4153B22-E3A9-4EC9-9B03-5A2C4009F152}" type="presParOf" srcId="{549D2247-3B5E-424C-BA16-AEC50DAC1E7F}" destId="{3C5E596C-59E0-486E-AD0C-D26D47EA0CF4}" srcOrd="1" destOrd="0" presId="urn:microsoft.com/office/officeart/2005/8/layout/hierarchy1"/>
    <dgm:cxn modelId="{BD833A9A-AD5A-40F9-9659-E3B6414D0C58}" type="presParOf" srcId="{359AE0FA-FC38-4567-BDE2-0AD504ADF3D1}" destId="{A3C9CCEA-2C64-4B81-B4A5-3346F9C9C0F0}" srcOrd="1" destOrd="0" presId="urn:microsoft.com/office/officeart/2005/8/layout/hierarchy1"/>
    <dgm:cxn modelId="{2EB9E005-C94C-45EA-B333-53C280029916}" type="presParOf" srcId="{8AED3412-A22B-4FBA-B0A7-48023CA6FF5D}" destId="{4D4953F6-ED6B-4737-BD71-91664E3294C7}" srcOrd="2" destOrd="0" presId="urn:microsoft.com/office/officeart/2005/8/layout/hierarchy1"/>
    <dgm:cxn modelId="{338E9571-A3C6-45B8-A92C-7C02A8B4D599}" type="presParOf" srcId="{4D4953F6-ED6B-4737-BD71-91664E3294C7}" destId="{684193A8-8258-42A5-9CAC-EF132B360CAB}" srcOrd="0" destOrd="0" presId="urn:microsoft.com/office/officeart/2005/8/layout/hierarchy1"/>
    <dgm:cxn modelId="{A216426C-3943-45CC-A8B0-BA274EF0DD47}" type="presParOf" srcId="{684193A8-8258-42A5-9CAC-EF132B360CAB}" destId="{65752BC2-9C89-494F-96FF-DA57C2CDB9FE}" srcOrd="0" destOrd="0" presId="urn:microsoft.com/office/officeart/2005/8/layout/hierarchy1"/>
    <dgm:cxn modelId="{5C02ED9F-D178-4088-8EE7-F6E8F1575BAD}" type="presParOf" srcId="{684193A8-8258-42A5-9CAC-EF132B360CAB}" destId="{8075FC9A-72F7-4354-9EF7-714C3B16EDFD}" srcOrd="1" destOrd="0" presId="urn:microsoft.com/office/officeart/2005/8/layout/hierarchy1"/>
    <dgm:cxn modelId="{C872A587-B014-4910-B400-E2995A8AC026}" type="presParOf" srcId="{4D4953F6-ED6B-4737-BD71-91664E3294C7}" destId="{FFFBEFBE-2342-4C62-95E3-FB26724B15B4}" srcOrd="1" destOrd="0" presId="urn:microsoft.com/office/officeart/2005/8/layout/hierarchy1"/>
    <dgm:cxn modelId="{D081C793-B41F-44C2-8E9F-580AEE58F1B5}" type="presParOf" srcId="{8AED3412-A22B-4FBA-B0A7-48023CA6FF5D}" destId="{34A50042-08DB-449A-BDF3-170AD0D86DAF}" srcOrd="3" destOrd="0" presId="urn:microsoft.com/office/officeart/2005/8/layout/hierarchy1"/>
    <dgm:cxn modelId="{4C2E84F5-FB09-4452-B495-5E2EA097EEDE}" type="presParOf" srcId="{34A50042-08DB-449A-BDF3-170AD0D86DAF}" destId="{DB52822D-16D9-45B2-9DCC-81596DC4DF21}" srcOrd="0" destOrd="0" presId="urn:microsoft.com/office/officeart/2005/8/layout/hierarchy1"/>
    <dgm:cxn modelId="{77B4ABF3-9D11-4FF0-8B95-5FA63B1FB196}" type="presParOf" srcId="{DB52822D-16D9-45B2-9DCC-81596DC4DF21}" destId="{8846D5DE-29C9-42C4-9C66-0ABB6AFC6FCA}" srcOrd="0" destOrd="0" presId="urn:microsoft.com/office/officeart/2005/8/layout/hierarchy1"/>
    <dgm:cxn modelId="{B9F6269C-3506-4BAB-B6FF-92DA4F6854CD}" type="presParOf" srcId="{DB52822D-16D9-45B2-9DCC-81596DC4DF21}" destId="{41BF98A9-9547-400D-8437-83A39C80529A}" srcOrd="1" destOrd="0" presId="urn:microsoft.com/office/officeart/2005/8/layout/hierarchy1"/>
    <dgm:cxn modelId="{1AAFAC5B-1F47-4DD3-B61E-F3A2517BAD72}" type="presParOf" srcId="{34A50042-08DB-449A-BDF3-170AD0D86DAF}" destId="{CE0C2461-01F2-4BFC-8D7B-A99967D1B37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16923-0CEF-465E-A2B3-F816004A8343}">
      <dsp:nvSpPr>
        <dsp:cNvPr id="0" name=""/>
        <dsp:cNvSpPr/>
      </dsp:nvSpPr>
      <dsp:spPr>
        <a:xfrm>
          <a:off x="3231" y="984857"/>
          <a:ext cx="2307171" cy="14650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9B1BB9-5C01-4F46-BBE0-2DF04C8599D3}">
      <dsp:nvSpPr>
        <dsp:cNvPr id="0" name=""/>
        <dsp:cNvSpPr/>
      </dsp:nvSpPr>
      <dsp:spPr>
        <a:xfrm>
          <a:off x="259583" y="1228391"/>
          <a:ext cx="2307171" cy="14650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Frontend: </a:t>
          </a:r>
          <a:br>
            <a:rPr lang="en-IN" sz="1400" b="1" kern="1200">
              <a:latin typeface="Gill Sans MT" panose="020B0502020104020203"/>
            </a:rPr>
          </a:br>
          <a:r>
            <a:rPr lang="en-IN" sz="1400" b="1" kern="1200">
              <a:latin typeface="Gill Sans MT" panose="020B0502020104020203"/>
            </a:rPr>
            <a:t> </a:t>
          </a:r>
          <a:r>
            <a:rPr lang="en-IN" sz="1400" kern="1200"/>
            <a:t>Built using HTML5,</a:t>
          </a:r>
          <a:r>
            <a:rPr lang="en-IN" sz="1400" kern="1200">
              <a:latin typeface="Gill Sans MT" panose="020B0502020104020203"/>
            </a:rPr>
            <a:t> </a:t>
          </a:r>
          <a:r>
            <a:rPr lang="en-IN" sz="1400" kern="1200"/>
            <a:t> CSS for responsive design, and JavaScript for interactive </a:t>
          </a:r>
          <a:r>
            <a:rPr lang="en-IN" sz="1400" kern="1200" err="1"/>
            <a:t>behavior</a:t>
          </a:r>
          <a:r>
            <a:rPr lang="en-IN" sz="1400" kern="1200"/>
            <a:t>.</a:t>
          </a:r>
          <a:endParaRPr lang="en-US" sz="1400" kern="1200">
            <a:latin typeface="Gill Sans MT" panose="020B0502020104020203"/>
          </a:endParaRPr>
        </a:p>
      </dsp:txBody>
      <dsp:txXfrm>
        <a:off x="302493" y="1271301"/>
        <a:ext cx="2221351" cy="1379233"/>
      </dsp:txXfrm>
    </dsp:sp>
    <dsp:sp modelId="{7ED1DB33-CAE1-4D3F-A901-7715D5137383}">
      <dsp:nvSpPr>
        <dsp:cNvPr id="0" name=""/>
        <dsp:cNvSpPr/>
      </dsp:nvSpPr>
      <dsp:spPr>
        <a:xfrm>
          <a:off x="2823107" y="984857"/>
          <a:ext cx="2307171" cy="14650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5E596C-59E0-486E-AD0C-D26D47EA0CF4}">
      <dsp:nvSpPr>
        <dsp:cNvPr id="0" name=""/>
        <dsp:cNvSpPr/>
      </dsp:nvSpPr>
      <dsp:spPr>
        <a:xfrm>
          <a:off x="3079459" y="1228391"/>
          <a:ext cx="2307171" cy="14650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Backend: </a:t>
          </a:r>
          <a:br>
            <a:rPr lang="en-IN" sz="1400" b="1" kern="1200">
              <a:latin typeface="Gill Sans MT" panose="020B0502020104020203"/>
            </a:rPr>
          </a:br>
          <a:r>
            <a:rPr lang="en-IN" sz="1400" b="1" kern="1200">
              <a:latin typeface="Gill Sans MT" panose="020B0502020104020203"/>
            </a:rPr>
            <a:t> </a:t>
          </a:r>
          <a:r>
            <a:rPr lang="en-IN" sz="1400" kern="1200"/>
            <a:t>Flask handles API requests and business logic.</a:t>
          </a:r>
          <a:endParaRPr lang="en-US" sz="1400" kern="1200"/>
        </a:p>
      </dsp:txBody>
      <dsp:txXfrm>
        <a:off x="3122369" y="1271301"/>
        <a:ext cx="2221351" cy="1379233"/>
      </dsp:txXfrm>
    </dsp:sp>
    <dsp:sp modelId="{65752BC2-9C89-494F-96FF-DA57C2CDB9FE}">
      <dsp:nvSpPr>
        <dsp:cNvPr id="0" name=""/>
        <dsp:cNvSpPr/>
      </dsp:nvSpPr>
      <dsp:spPr>
        <a:xfrm>
          <a:off x="5642983" y="984857"/>
          <a:ext cx="2307171" cy="14650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5FC9A-72F7-4354-9EF7-714C3B16EDFD}">
      <dsp:nvSpPr>
        <dsp:cNvPr id="0" name=""/>
        <dsp:cNvSpPr/>
      </dsp:nvSpPr>
      <dsp:spPr>
        <a:xfrm>
          <a:off x="5899336" y="1228391"/>
          <a:ext cx="2307171" cy="14650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Resume Parsing:  </a:t>
          </a:r>
          <a:br>
            <a:rPr lang="en-IN" sz="1400" b="1" kern="1200">
              <a:latin typeface="Gill Sans MT" panose="020B0502020104020203"/>
            </a:rPr>
          </a:br>
          <a:r>
            <a:rPr lang="en-IN" sz="1400" kern="1200"/>
            <a:t>PDF and DOCX files are parsed using PyPDF2 and python-docx.</a:t>
          </a:r>
          <a:endParaRPr lang="en-US" sz="1400" kern="1200"/>
        </a:p>
      </dsp:txBody>
      <dsp:txXfrm>
        <a:off x="5942246" y="1271301"/>
        <a:ext cx="2221351" cy="1379233"/>
      </dsp:txXfrm>
    </dsp:sp>
    <dsp:sp modelId="{8846D5DE-29C9-42C4-9C66-0ABB6AFC6FCA}">
      <dsp:nvSpPr>
        <dsp:cNvPr id="0" name=""/>
        <dsp:cNvSpPr/>
      </dsp:nvSpPr>
      <dsp:spPr>
        <a:xfrm>
          <a:off x="8462859" y="984857"/>
          <a:ext cx="2307171" cy="14650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F98A9-9547-400D-8437-83A39C80529A}">
      <dsp:nvSpPr>
        <dsp:cNvPr id="0" name=""/>
        <dsp:cNvSpPr/>
      </dsp:nvSpPr>
      <dsp:spPr>
        <a:xfrm>
          <a:off x="8719212" y="1228391"/>
          <a:ext cx="2307171" cy="14650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Matching Logic: </a:t>
          </a:r>
          <a:br>
            <a:rPr lang="en-IN" sz="1400" b="1" kern="1200">
              <a:latin typeface="Gill Sans MT" panose="020B0502020104020203"/>
            </a:rPr>
          </a:br>
          <a:r>
            <a:rPr lang="en-IN" sz="1400" b="1" kern="1200">
              <a:latin typeface="Gill Sans MT" panose="020B0502020104020203"/>
            </a:rPr>
            <a:t> </a:t>
          </a:r>
          <a:r>
            <a:rPr lang="en-IN" sz="1400" kern="1200"/>
            <a:t>Text similarity (TF-IDF + Cosine Similarity)Skill extraction (regex + NER)Experience and role classification (transformers)</a:t>
          </a:r>
          <a:endParaRPr lang="en-US" sz="1400" kern="1200"/>
        </a:p>
      </dsp:txBody>
      <dsp:txXfrm>
        <a:off x="8762122" y="1271301"/>
        <a:ext cx="2221351" cy="1379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7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29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14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634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011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263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54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81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70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59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34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00953DE-E45D-417F-AC2F-003D79F10BFB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D494CA8-1CFF-4246-9FB6-9851D629C11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0562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D5F94-B9DA-406A-6416-38ABD25939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AI-Based Resume to Job Matcher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823D1-D867-819A-6162-B29FDD4AC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56" y="3521163"/>
            <a:ext cx="10993546" cy="222763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BY</a:t>
            </a:r>
          </a:p>
          <a:p>
            <a:r>
              <a:rPr lang="en-IN">
                <a:solidFill>
                  <a:schemeClr val="bg1"/>
                </a:solidFill>
              </a:rPr>
              <a:t>AP23110011487 - k. Mallikarjuna</a:t>
            </a:r>
          </a:p>
          <a:p>
            <a:r>
              <a:rPr lang="en-IN">
                <a:solidFill>
                  <a:schemeClr val="bg1"/>
                </a:solidFill>
              </a:rPr>
              <a:t>Ap23110011489 – g.  </a:t>
            </a:r>
            <a:r>
              <a:rPr lang="en-IN" err="1">
                <a:solidFill>
                  <a:schemeClr val="bg1"/>
                </a:solidFill>
              </a:rPr>
              <a:t>venkateswara</a:t>
            </a:r>
            <a:r>
              <a:rPr lang="en-IN">
                <a:solidFill>
                  <a:schemeClr val="bg1"/>
                </a:solidFill>
              </a:rPr>
              <a:t> rao</a:t>
            </a:r>
          </a:p>
          <a:p>
            <a:r>
              <a:rPr lang="en-IN">
                <a:solidFill>
                  <a:schemeClr val="bg1"/>
                </a:solidFill>
              </a:rPr>
              <a:t>Ap23110011532 – k. </a:t>
            </a:r>
            <a:r>
              <a:rPr lang="en-IN" err="1">
                <a:solidFill>
                  <a:schemeClr val="bg1"/>
                </a:solidFill>
              </a:rPr>
              <a:t>likhith</a:t>
            </a:r>
            <a:r>
              <a:rPr lang="en-IN">
                <a:solidFill>
                  <a:schemeClr val="bg1"/>
                </a:solidFill>
              </a:rPr>
              <a:t> naik</a:t>
            </a:r>
          </a:p>
          <a:p>
            <a:r>
              <a:rPr lang="en-IN">
                <a:solidFill>
                  <a:schemeClr val="bg1"/>
                </a:solidFill>
              </a:rPr>
              <a:t>Ap23110011535 – p. Prabhas</a:t>
            </a:r>
          </a:p>
        </p:txBody>
      </p:sp>
    </p:spTree>
    <p:extLst>
      <p:ext uri="{BB962C8B-B14F-4D97-AF65-F5344CB8AC3E}">
        <p14:creationId xmlns:p14="http://schemas.microsoft.com/office/powerpoint/2010/main" val="1668193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BE7DA-9C78-F2D7-F000-A1D9B825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34" y="702156"/>
            <a:ext cx="7157865" cy="101380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accent1"/>
                </a:solidFill>
              </a:rPr>
              <a:t>Introduction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A4A7DF-84FE-3E5D-1AA0-6905051071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68" r="48062" b="6250"/>
          <a:stretch/>
        </p:blipFill>
        <p:spPr>
          <a:xfrm>
            <a:off x="20" y="10"/>
            <a:ext cx="4131713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9934" y="457200"/>
            <a:ext cx="7223760" cy="91440"/>
          </a:xfrm>
          <a:prstGeom prst="rect">
            <a:avLst/>
          </a:prstGeom>
          <a:solidFill>
            <a:srgbClr val="B35F80"/>
          </a:solidFill>
          <a:ln>
            <a:solidFill>
              <a:srgbClr val="B35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87C3EFE-23A0-BEFA-E001-7C690FB5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934" y="1602619"/>
            <a:ext cx="7157866" cy="3962266"/>
          </a:xfrm>
        </p:spPr>
        <p:txBody>
          <a:bodyPr>
            <a:normAutofit/>
          </a:bodyPr>
          <a:lstStyle/>
          <a:p>
            <a:pPr>
              <a:buClr>
                <a:srgbClr val="B35F80"/>
              </a:buClr>
            </a:pPr>
            <a:r>
              <a:rPr lang="en-US"/>
              <a:t>Manual resume screening is time-consuming and error-prone.</a:t>
            </a:r>
          </a:p>
          <a:p>
            <a:pPr>
              <a:buClr>
                <a:srgbClr val="B35F80"/>
              </a:buClr>
            </a:pPr>
            <a:r>
              <a:rPr lang="en-US"/>
              <a:t>Recruiters often miss good candidates due to volume and subjectivity.</a:t>
            </a:r>
          </a:p>
          <a:p>
            <a:pPr>
              <a:buClr>
                <a:srgbClr val="B35F80"/>
              </a:buClr>
            </a:pPr>
            <a:r>
              <a:rPr lang="en-US"/>
              <a:t>The AI Resume Matcher automates the comparison of resumes to job descriptions using natural language processing (NLP) and machine learning,</a:t>
            </a:r>
          </a:p>
          <a:p>
            <a:pPr>
              <a:buClr>
                <a:srgbClr val="B35F80"/>
              </a:buClr>
            </a:pPr>
            <a:r>
              <a:rPr lang="en-US"/>
              <a:t>Provides an objective, efficient, and scalable solution for candidate evaluation.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66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476A-48D8-2EBF-A168-12A78DE9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48D8-A387-333B-4B4D-A6787B04B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/>
              <a:t>Extracting clean, structured text from unstructured PDFs/DOCX files.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/>
              <a:t>Handling variations in skill naming (e.g., JS vs JavaScript).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/>
              <a:t>Ensuring semantic understanding for pattern matching.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/>
              <a:t>Performance issues when handling large resumes or job descriptions.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79DB-036E-BD09-91C3-155ABFDE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92389D-AFCF-4659-5C14-ADD5FAB9F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565015"/>
              </p:ext>
            </p:extLst>
          </p:nvPr>
        </p:nvGraphicFramePr>
        <p:xfrm>
          <a:off x="581192" y="2161681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7791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79A26B8-6C4E-452B-ADD3-ED324A7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4167E1-E2B0-4192-8DA2-6967DDFF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560996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65582-EC0C-E5E6-269C-C0FAD1DAD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1" y="960723"/>
            <a:ext cx="4968489" cy="101380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3E4FEE-2E6A-44AB-B6BA-C1AD0CD6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560581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17EB59-13B3-43DA-9B91-A7CC174A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4318" y="457200"/>
            <a:ext cx="5600007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162B4-B3F4-0723-291A-9CAA86377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387" y="2254102"/>
            <a:ext cx="4947221" cy="3650344"/>
          </a:xfrm>
        </p:spPr>
        <p:txBody>
          <a:bodyPr>
            <a:normAutofit/>
          </a:bodyPr>
          <a:lstStyle/>
          <a:p>
            <a:pPr marL="305435" indent="-305435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Upload resumes in .txt, .pdf, or .docx formats.</a:t>
            </a:r>
          </a:p>
          <a:p>
            <a:pPr marL="305435" indent="-305435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Paste job descriptions directly into the interface.</a:t>
            </a:r>
          </a:p>
          <a:p>
            <a:pPr marL="305435" indent="-305435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Real-time analysis with: </a:t>
            </a:r>
          </a:p>
          <a:p>
            <a:pPr marL="899795" lvl="2" indent="-269875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Skill match%</a:t>
            </a:r>
          </a:p>
          <a:p>
            <a:pPr marL="899795" lvl="2" indent="-269875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Text similarity%</a:t>
            </a:r>
          </a:p>
          <a:p>
            <a:pPr marL="899795" lvl="2" indent="-269875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Experience estimation</a:t>
            </a:r>
          </a:p>
          <a:p>
            <a:pPr marL="305435" indent="-305435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FF"/>
                </a:solidFill>
              </a:rPr>
              <a:t>Clear display of matched and missing skills.</a:t>
            </a:r>
          </a:p>
          <a:p>
            <a:pPr marL="0" indent="0">
              <a:buClr>
                <a:srgbClr val="FFFFFF"/>
              </a:buClr>
              <a:buNone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845F3-BBFC-DB69-A4BD-0763CFA1B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8" y="2203199"/>
            <a:ext cx="5888016" cy="259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405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ADDB9E1-AB12-462E-8E0D-83CA31C6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4040EB-4842-44D5-9380-BDF41FB7B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35E88-6EE1-AAEA-C905-FC31DC5C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Skill matching logic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076E08-C160-41E7-8D09-E2436B59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A65B62-07C4-4876-A101-9C85F48A0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2BCE7C-4E97-4627-9FD1-DD7B633E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1ED6-BD6F-C9BA-9AAB-598262309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900"/>
            <a:ext cx="7183597" cy="32526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/>
              <a:t>Uses both pattern-based and fuzzy logic for skill detection.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Patterns handle variations like React, React.js, ReactJS.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Matching threshold: 0.85 similarity ratio (</a:t>
            </a:r>
            <a:r>
              <a:rPr lang="en-US" err="1"/>
              <a:t>SequenceMatcher</a:t>
            </a:r>
            <a:r>
              <a:rPr lang="en-US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/>
              <a:t>Extracted from both resume and job description for comparison.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A8E98E-3895-925F-FCCC-AA4B8AE0F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070" y="3850253"/>
            <a:ext cx="7036647" cy="209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2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9AA4-5E9A-3E62-A3AF-9EB0E634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Match score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4834-3680-7A97-0ADC-2011849F9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Skill Match Score (50% weight):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/>
              <a:t>Ratio of matched skills to required skills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Text Similarity Score (30% weight):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/>
              <a:t>TF-IDF vectorization + cosine similarity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Experience Score (20% weight):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/>
              <a:t>Normalized from 0–10 years = 0–1 scale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Final Score = Weighted average of the three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Score shown with percentage and color-coded bar</a:t>
            </a:r>
            <a:endParaRPr lang="en-IN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1F1C4D-B81A-00B3-6E58-FDB95616E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114" y="2505707"/>
            <a:ext cx="4258269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47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A926-9995-4BD3-2166-C0F69AEE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Results &amp; Output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77FB02-4BA5-03E6-698E-E90C3B55C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807" y="2419764"/>
            <a:ext cx="9152672" cy="3678238"/>
          </a:xfrm>
        </p:spPr>
      </p:pic>
    </p:spTree>
    <p:extLst>
      <p:ext uri="{BB962C8B-B14F-4D97-AF65-F5344CB8AC3E}">
        <p14:creationId xmlns:p14="http://schemas.microsoft.com/office/powerpoint/2010/main" val="1201193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CE97-BA2C-BF9D-25CE-4608EA5C4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721E6-6D71-C63B-B697-1D14BC555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Rank multiple resumes for a given job description.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/>
              <a:t> Integrate the LinkedIn </a:t>
            </a:r>
            <a:r>
              <a:rPr lang="en-IN" sz="2400" dirty="0"/>
              <a:t>or GitHub API for real-time resume building.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Use deep learning for even more contextual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942695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C936C0-4624-438D-BDD0-6B296BD6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829F362D-400C-00E5-9F2D-9AC9A91C02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F1AF7E-2753-739D-2B26-D286EDA1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497" y="1266637"/>
            <a:ext cx="3704987" cy="21716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92598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0</TotalTime>
  <Words>388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Gill Sans MT</vt:lpstr>
      <vt:lpstr>Wingdings</vt:lpstr>
      <vt:lpstr>Wingdings 2</vt:lpstr>
      <vt:lpstr>Dividend</vt:lpstr>
      <vt:lpstr>AI-Based Resume to Job Matcher</vt:lpstr>
      <vt:lpstr>Introduction</vt:lpstr>
      <vt:lpstr>challenges</vt:lpstr>
      <vt:lpstr>System architecture</vt:lpstr>
      <vt:lpstr>features</vt:lpstr>
      <vt:lpstr>Skill matching logic</vt:lpstr>
      <vt:lpstr>Match score calculation</vt:lpstr>
      <vt:lpstr>Results &amp; Output Example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venkateshwara rao gedala</dc:creator>
  <cp:lastModifiedBy>venkateshwara rao gedala</cp:lastModifiedBy>
  <cp:revision>6</cp:revision>
  <dcterms:created xsi:type="dcterms:W3CDTF">2025-04-16T16:26:27Z</dcterms:created>
  <dcterms:modified xsi:type="dcterms:W3CDTF">2025-04-17T03:50:50Z</dcterms:modified>
</cp:coreProperties>
</file>